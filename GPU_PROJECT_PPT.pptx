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71" r:id="rId3"/>
    <p:sldId id="272" r:id="rId4"/>
    <p:sldId id="273" r:id="rId5"/>
    <p:sldId id="280" r:id="rId6"/>
    <p:sldId id="279" r:id="rId7"/>
    <p:sldId id="281" r:id="rId8"/>
    <p:sldId id="282" r:id="rId9"/>
    <p:sldId id="275" r:id="rId10"/>
    <p:sldId id="283" r:id="rId11"/>
    <p:sldId id="27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DAAEB"/>
    <a:srgbClr val="275317"/>
    <a:srgbClr val="13501B"/>
    <a:srgbClr val="0D3512"/>
    <a:srgbClr val="FFC000"/>
    <a:srgbClr val="1D3324"/>
    <a:srgbClr val="5964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125C45-CD3B-40F2-A762-2EC4089AF222}" v="1597" dt="2025-12-06T04:42:03.4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72" d="100"/>
          <a:sy n="72" d="100"/>
        </p:scale>
        <p:origin x="58"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za Sareen" userId="7bb69f54f5ad8c86" providerId="Windows Live" clId="Web-{C5A972A3-16AF-4B5B-94BB-5C196D724DC9}"/>
    <pc:docChg chg="addSld modSld">
      <pc:chgData name="Liza Sareen" userId="7bb69f54f5ad8c86" providerId="Windows Live" clId="Web-{C5A972A3-16AF-4B5B-94BB-5C196D724DC9}" dt="2025-12-02T17:51:32.572" v="326"/>
      <pc:docMkLst>
        <pc:docMk/>
      </pc:docMkLst>
    </pc:docChg>
  </pc:docChgLst>
  <pc:docChgLst>
    <pc:chgData name="Liza Sareen" userId="7bb69f54f5ad8c86" providerId="Windows Live" clId="Web-{3F4CC9C8-D17F-2D72-D3EE-E6DDAA57E411}"/>
    <pc:docChg chg="addSld modSld">
      <pc:chgData name="Liza Sareen" userId="7bb69f54f5ad8c86" providerId="Windows Live" clId="Web-{3F4CC9C8-D17F-2D72-D3EE-E6DDAA57E411}" dt="2025-12-02T09:51:39.659" v="73" actId="14100"/>
      <pc:docMkLst>
        <pc:docMk/>
      </pc:docMkLst>
    </pc:docChg>
  </pc:docChgLst>
  <pc:docChgLst>
    <pc:chgData name="Liza Sareen" userId="7bb69f54f5ad8c86" providerId="Windows Live" clId="Web-{347FE023-67B2-4B35-BF60-FA257C7571F7}"/>
    <pc:docChg chg="addSld delSld modSld sldOrd">
      <pc:chgData name="Liza Sareen" userId="7bb69f54f5ad8c86" providerId="Windows Live" clId="Web-{347FE023-67B2-4B35-BF60-FA257C7571F7}" dt="2025-11-23T17:46:41.614" v="90"/>
      <pc:docMkLst>
        <pc:docMk/>
      </pc:docMkLst>
    </pc:docChg>
  </pc:docChgLst>
  <pc:docChgLst>
    <pc:chgData name="Guest User" providerId="Windows Live" clId="Web-{D4BBAA90-6F34-80CF-FEF4-D241D1699651}"/>
    <pc:docChg chg="modSld">
      <pc:chgData name="Guest User" userId="" providerId="Windows Live" clId="Web-{D4BBAA90-6F34-80CF-FEF4-D241D1699651}" dt="2025-11-23T19:51:11.902" v="2"/>
      <pc:docMkLst>
        <pc:docMk/>
      </pc:docMkLst>
    </pc:docChg>
  </pc:docChgLst>
  <pc:docChgLst>
    <pc:chgData clId="Web-{C5A972A3-16AF-4B5B-94BB-5C196D724DC9}"/>
    <pc:docChg chg="modSld">
      <pc:chgData name="" userId="" providerId="" clId="Web-{C5A972A3-16AF-4B5B-94BB-5C196D724DC9}" dt="2025-12-02T17:23:25.430" v="11"/>
      <pc:docMkLst>
        <pc:docMk/>
      </pc:docMkLst>
    </pc:docChg>
  </pc:docChgLst>
  <pc:docChgLst>
    <pc:chgData name="ST 5" userId="7bb69f54f5ad8c86" providerId="Windows Live" clId="Web-{02125C45-CD3B-40F2-A762-2EC4089AF222}"/>
    <pc:docChg chg="addSld delSld modSld sldOrd">
      <pc:chgData name="ST 5" userId="7bb69f54f5ad8c86" providerId="Windows Live" clId="Web-{02125C45-CD3B-40F2-A762-2EC4089AF222}" dt="2025-12-06T04:42:03.451" v="1586" actId="1076"/>
      <pc:docMkLst>
        <pc:docMk/>
      </pc:docMkLst>
      <pc:sldChg chg="del">
        <pc:chgData name="ST 5" userId="7bb69f54f5ad8c86" providerId="Windows Live" clId="Web-{02125C45-CD3B-40F2-A762-2EC4089AF222}" dt="2025-12-06T03:51:19.559" v="12"/>
        <pc:sldMkLst>
          <pc:docMk/>
          <pc:sldMk cId="493697301" sldId="267"/>
        </pc:sldMkLst>
      </pc:sldChg>
      <pc:sldChg chg="del">
        <pc:chgData name="ST 5" userId="7bb69f54f5ad8c86" providerId="Windows Live" clId="Web-{02125C45-CD3B-40F2-A762-2EC4089AF222}" dt="2025-12-06T03:51:19.559" v="11"/>
        <pc:sldMkLst>
          <pc:docMk/>
          <pc:sldMk cId="1083470625" sldId="268"/>
        </pc:sldMkLst>
      </pc:sldChg>
      <pc:sldChg chg="addSp modSp del">
        <pc:chgData name="ST 5" userId="7bb69f54f5ad8c86" providerId="Windows Live" clId="Web-{02125C45-CD3B-40F2-A762-2EC4089AF222}" dt="2025-12-06T04:06:49.906" v="664"/>
        <pc:sldMkLst>
          <pc:docMk/>
          <pc:sldMk cId="4252016867" sldId="274"/>
        </pc:sldMkLst>
        <pc:spChg chg="mod">
          <ac:chgData name="ST 5" userId="7bb69f54f5ad8c86" providerId="Windows Live" clId="Web-{02125C45-CD3B-40F2-A762-2EC4089AF222}" dt="2025-12-06T03:51:10.058" v="10" actId="20577"/>
          <ac:spMkLst>
            <pc:docMk/>
            <pc:sldMk cId="4252016867" sldId="274"/>
            <ac:spMk id="2" creationId="{760D96FA-E185-CD67-5349-0A4BC7F355AF}"/>
          </ac:spMkLst>
        </pc:spChg>
        <pc:spChg chg="add mod">
          <ac:chgData name="ST 5" userId="7bb69f54f5ad8c86" providerId="Windows Live" clId="Web-{02125C45-CD3B-40F2-A762-2EC4089AF222}" dt="2025-12-06T04:03:44.669" v="422" actId="20577"/>
          <ac:spMkLst>
            <pc:docMk/>
            <pc:sldMk cId="4252016867" sldId="274"/>
            <ac:spMk id="4" creationId="{53C089E9-24F9-E32C-C426-9D3636B7C2C7}"/>
          </ac:spMkLst>
        </pc:spChg>
        <pc:picChg chg="add mod modCrop">
          <ac:chgData name="ST 5" userId="7bb69f54f5ad8c86" providerId="Windows Live" clId="Web-{02125C45-CD3B-40F2-A762-2EC4089AF222}" dt="2025-12-06T03:57:12.691" v="149"/>
          <ac:picMkLst>
            <pc:docMk/>
            <pc:sldMk cId="4252016867" sldId="274"/>
            <ac:picMk id="6" creationId="{9C8448AE-484C-9D9C-12EE-54D6CB3B3B04}"/>
          </ac:picMkLst>
        </pc:picChg>
      </pc:sldChg>
      <pc:sldChg chg="modSp add replId">
        <pc:chgData name="ST 5" userId="7bb69f54f5ad8c86" providerId="Windows Live" clId="Web-{02125C45-CD3B-40F2-A762-2EC4089AF222}" dt="2025-12-06T04:21:44.793" v="1214" actId="20577"/>
        <pc:sldMkLst>
          <pc:docMk/>
          <pc:sldMk cId="1198593885" sldId="279"/>
        </pc:sldMkLst>
        <pc:spChg chg="mod">
          <ac:chgData name="ST 5" userId="7bb69f54f5ad8c86" providerId="Windows Live" clId="Web-{02125C45-CD3B-40F2-A762-2EC4089AF222}" dt="2025-12-06T04:21:44.793" v="1214" actId="20577"/>
          <ac:spMkLst>
            <pc:docMk/>
            <pc:sldMk cId="1198593885" sldId="279"/>
            <ac:spMk id="4" creationId="{41E99141-1C3A-62F9-F831-0A992FEF7CB6}"/>
          </ac:spMkLst>
        </pc:spChg>
      </pc:sldChg>
      <pc:sldChg chg="delSp add ord replId">
        <pc:chgData name="ST 5" userId="7bb69f54f5ad8c86" providerId="Windows Live" clId="Web-{02125C45-CD3B-40F2-A762-2EC4089AF222}" dt="2025-12-06T04:11:50.926" v="902"/>
        <pc:sldMkLst>
          <pc:docMk/>
          <pc:sldMk cId="1046107688" sldId="280"/>
        </pc:sldMkLst>
        <pc:picChg chg="del">
          <ac:chgData name="ST 5" userId="7bb69f54f5ad8c86" providerId="Windows Live" clId="Web-{02125C45-CD3B-40F2-A762-2EC4089AF222}" dt="2025-12-06T04:11:35.661" v="901"/>
          <ac:picMkLst>
            <pc:docMk/>
            <pc:sldMk cId="1046107688" sldId="280"/>
            <ac:picMk id="6" creationId="{0386E248-083A-F6EA-2F9D-9C4AA964EEFF}"/>
          </ac:picMkLst>
        </pc:picChg>
      </pc:sldChg>
      <pc:sldChg chg="new del">
        <pc:chgData name="ST 5" userId="7bb69f54f5ad8c86" providerId="Windows Live" clId="Web-{02125C45-CD3B-40F2-A762-2EC4089AF222}" dt="2025-12-06T04:06:46.234" v="662"/>
        <pc:sldMkLst>
          <pc:docMk/>
          <pc:sldMk cId="1897828977" sldId="280"/>
        </pc:sldMkLst>
      </pc:sldChg>
      <pc:sldChg chg="new del">
        <pc:chgData name="ST 5" userId="7bb69f54f5ad8c86" providerId="Windows Live" clId="Web-{02125C45-CD3B-40F2-A762-2EC4089AF222}" dt="2025-12-06T04:13:07.099" v="909"/>
        <pc:sldMkLst>
          <pc:docMk/>
          <pc:sldMk cId="3352181288" sldId="281"/>
        </pc:sldMkLst>
      </pc:sldChg>
      <pc:sldChg chg="new del">
        <pc:chgData name="ST 5" userId="7bb69f54f5ad8c86" providerId="Windows Live" clId="Web-{02125C45-CD3B-40F2-A762-2EC4089AF222}" dt="2025-12-06T04:12:10.458" v="904"/>
        <pc:sldMkLst>
          <pc:docMk/>
          <pc:sldMk cId="4028577463" sldId="281"/>
        </pc:sldMkLst>
      </pc:sldChg>
      <pc:sldChg chg="addSp delSp modSp add replId">
        <pc:chgData name="ST 5" userId="7bb69f54f5ad8c86" providerId="Windows Live" clId="Web-{02125C45-CD3B-40F2-A762-2EC4089AF222}" dt="2025-12-06T04:22:03.247" v="1218"/>
        <pc:sldMkLst>
          <pc:docMk/>
          <pc:sldMk cId="4267359187" sldId="281"/>
        </pc:sldMkLst>
        <pc:spChg chg="mod">
          <ac:chgData name="ST 5" userId="7bb69f54f5ad8c86" providerId="Windows Live" clId="Web-{02125C45-CD3B-40F2-A762-2EC4089AF222}" dt="2025-12-06T04:13:23.786" v="929" actId="20577"/>
          <ac:spMkLst>
            <pc:docMk/>
            <pc:sldMk cId="4267359187" sldId="281"/>
            <ac:spMk id="2" creationId="{EF2F42E5-310E-3E06-9EFF-F4E2B57D1A8D}"/>
          </ac:spMkLst>
        </pc:spChg>
        <pc:spChg chg="mod">
          <ac:chgData name="ST 5" userId="7bb69f54f5ad8c86" providerId="Windows Live" clId="Web-{02125C45-CD3B-40F2-A762-2EC4089AF222}" dt="2025-12-06T04:20:12.853" v="1146" actId="20577"/>
          <ac:spMkLst>
            <pc:docMk/>
            <pc:sldMk cId="4267359187" sldId="281"/>
            <ac:spMk id="4" creationId="{9F9070F6-D8FE-4348-E803-4982EA120470}"/>
          </ac:spMkLst>
        </pc:spChg>
        <pc:spChg chg="add mod">
          <ac:chgData name="ST 5" userId="7bb69f54f5ad8c86" providerId="Windows Live" clId="Web-{02125C45-CD3B-40F2-A762-2EC4089AF222}" dt="2025-12-06T04:17:52.179" v="1065" actId="20577"/>
          <ac:spMkLst>
            <pc:docMk/>
            <pc:sldMk cId="4267359187" sldId="281"/>
            <ac:spMk id="9" creationId="{75440070-951F-9282-D5F6-1B36AB9F5507}"/>
          </ac:spMkLst>
        </pc:spChg>
        <pc:spChg chg="add mod">
          <ac:chgData name="ST 5" userId="7bb69f54f5ad8c86" providerId="Windows Live" clId="Web-{02125C45-CD3B-40F2-A762-2EC4089AF222}" dt="2025-12-06T04:19:14.930" v="1079" actId="1076"/>
          <ac:spMkLst>
            <pc:docMk/>
            <pc:sldMk cId="4267359187" sldId="281"/>
            <ac:spMk id="11" creationId="{8128D184-7A07-4998-9C8F-C479C3FE9880}"/>
          </ac:spMkLst>
        </pc:spChg>
        <pc:spChg chg="add del">
          <ac:chgData name="ST 5" userId="7bb69f54f5ad8c86" providerId="Windows Live" clId="Web-{02125C45-CD3B-40F2-A762-2EC4089AF222}" dt="2025-12-06T04:22:03.247" v="1218"/>
          <ac:spMkLst>
            <pc:docMk/>
            <pc:sldMk cId="4267359187" sldId="281"/>
            <ac:spMk id="12" creationId="{75440070-951F-9282-D5F6-1B36AB9F5507}"/>
          </ac:spMkLst>
        </pc:spChg>
        <pc:picChg chg="add mod modCrop">
          <ac:chgData name="ST 5" userId="7bb69f54f5ad8c86" providerId="Windows Live" clId="Web-{02125C45-CD3B-40F2-A762-2EC4089AF222}" dt="2025-12-06T04:16:17.554" v="1042"/>
          <ac:picMkLst>
            <pc:docMk/>
            <pc:sldMk cId="4267359187" sldId="281"/>
            <ac:picMk id="3" creationId="{132D1B7D-8E70-04D2-9D36-7424BCE061EA}"/>
          </ac:picMkLst>
        </pc:picChg>
        <pc:picChg chg="del">
          <ac:chgData name="ST 5" userId="7bb69f54f5ad8c86" providerId="Windows Live" clId="Web-{02125C45-CD3B-40F2-A762-2EC4089AF222}" dt="2025-12-06T04:16:13.382" v="1040"/>
          <ac:picMkLst>
            <pc:docMk/>
            <pc:sldMk cId="4267359187" sldId="281"/>
            <ac:picMk id="6" creationId="{21829D26-C961-2719-8D29-FE39B56331BE}"/>
          </ac:picMkLst>
        </pc:picChg>
        <pc:picChg chg="add mod modCrop">
          <ac:chgData name="ST 5" userId="7bb69f54f5ad8c86" providerId="Windows Live" clId="Web-{02125C45-CD3B-40F2-A762-2EC4089AF222}" dt="2025-12-06T04:19:20.133" v="1080" actId="1076"/>
          <ac:picMkLst>
            <pc:docMk/>
            <pc:sldMk cId="4267359187" sldId="281"/>
            <ac:picMk id="10" creationId="{D880C467-C9C0-D4A0-81A0-0E852D951DDE}"/>
          </ac:picMkLst>
        </pc:picChg>
      </pc:sldChg>
      <pc:sldChg chg="new del">
        <pc:chgData name="ST 5" userId="7bb69f54f5ad8c86" providerId="Windows Live" clId="Web-{02125C45-CD3B-40F2-A762-2EC4089AF222}" dt="2025-12-06T04:21:58.746" v="1216"/>
        <pc:sldMkLst>
          <pc:docMk/>
          <pc:sldMk cId="382452153" sldId="282"/>
        </pc:sldMkLst>
      </pc:sldChg>
      <pc:sldChg chg="delSp modSp add replId">
        <pc:chgData name="ST 5" userId="7bb69f54f5ad8c86" providerId="Windows Live" clId="Web-{02125C45-CD3B-40F2-A762-2EC4089AF222}" dt="2025-12-06T04:29:32.599" v="1575" actId="20577"/>
        <pc:sldMkLst>
          <pc:docMk/>
          <pc:sldMk cId="2667146543" sldId="282"/>
        </pc:sldMkLst>
        <pc:spChg chg="mod">
          <ac:chgData name="ST 5" userId="7bb69f54f5ad8c86" providerId="Windows Live" clId="Web-{02125C45-CD3B-40F2-A762-2EC4089AF222}" dt="2025-12-06T04:22:14.950" v="1228" actId="20577"/>
          <ac:spMkLst>
            <pc:docMk/>
            <pc:sldMk cId="2667146543" sldId="282"/>
            <ac:spMk id="2" creationId="{7C955F93-F0C2-942F-44C3-43F2D0D51DDB}"/>
          </ac:spMkLst>
        </pc:spChg>
        <pc:spChg chg="mod">
          <ac:chgData name="ST 5" userId="7bb69f54f5ad8c86" providerId="Windows Live" clId="Web-{02125C45-CD3B-40F2-A762-2EC4089AF222}" dt="2025-12-06T04:29:32.599" v="1575" actId="20577"/>
          <ac:spMkLst>
            <pc:docMk/>
            <pc:sldMk cId="2667146543" sldId="282"/>
            <ac:spMk id="4" creationId="{CD67EAB7-B499-453E-588E-4D3BF9D86EB6}"/>
          </ac:spMkLst>
        </pc:spChg>
        <pc:spChg chg="del">
          <ac:chgData name="ST 5" userId="7bb69f54f5ad8c86" providerId="Windows Live" clId="Web-{02125C45-CD3B-40F2-A762-2EC4089AF222}" dt="2025-12-06T04:22:29.653" v="1232"/>
          <ac:spMkLst>
            <pc:docMk/>
            <pc:sldMk cId="2667146543" sldId="282"/>
            <ac:spMk id="9" creationId="{BF3B09D6-E655-E2E6-B368-AA58C6B4BAFE}"/>
          </ac:spMkLst>
        </pc:spChg>
        <pc:spChg chg="del">
          <ac:chgData name="ST 5" userId="7bb69f54f5ad8c86" providerId="Windows Live" clId="Web-{02125C45-CD3B-40F2-A762-2EC4089AF222}" dt="2025-12-06T04:22:29.653" v="1231"/>
          <ac:spMkLst>
            <pc:docMk/>
            <pc:sldMk cId="2667146543" sldId="282"/>
            <ac:spMk id="11" creationId="{F0E9C4A7-1C3E-271F-A96A-D66D98E11D65}"/>
          </ac:spMkLst>
        </pc:spChg>
        <pc:picChg chg="del">
          <ac:chgData name="ST 5" userId="7bb69f54f5ad8c86" providerId="Windows Live" clId="Web-{02125C45-CD3B-40F2-A762-2EC4089AF222}" dt="2025-12-06T04:22:16.825" v="1230"/>
          <ac:picMkLst>
            <pc:docMk/>
            <pc:sldMk cId="2667146543" sldId="282"/>
            <ac:picMk id="3" creationId="{E874CE73-43FB-A570-0142-273588DD722E}"/>
          </ac:picMkLst>
        </pc:picChg>
        <pc:picChg chg="del">
          <ac:chgData name="ST 5" userId="7bb69f54f5ad8c86" providerId="Windows Live" clId="Web-{02125C45-CD3B-40F2-A762-2EC4089AF222}" dt="2025-12-06T04:22:16.825" v="1229"/>
          <ac:picMkLst>
            <pc:docMk/>
            <pc:sldMk cId="2667146543" sldId="282"/>
            <ac:picMk id="10" creationId="{BEC00993-DC09-D1E3-AC87-F8F32079EC21}"/>
          </ac:picMkLst>
        </pc:picChg>
      </pc:sldChg>
      <pc:sldChg chg="addSp delSp modSp add replId">
        <pc:chgData name="ST 5" userId="7bb69f54f5ad8c86" providerId="Windows Live" clId="Web-{02125C45-CD3B-40F2-A762-2EC4089AF222}" dt="2025-12-06T04:42:03.451" v="1586" actId="1076"/>
        <pc:sldMkLst>
          <pc:docMk/>
          <pc:sldMk cId="42695095" sldId="283"/>
        </pc:sldMkLst>
        <pc:spChg chg="add del mod">
          <ac:chgData name="ST 5" userId="7bb69f54f5ad8c86" providerId="Windows Live" clId="Web-{02125C45-CD3B-40F2-A762-2EC4089AF222}" dt="2025-12-06T04:41:32.341" v="1581"/>
          <ac:spMkLst>
            <pc:docMk/>
            <pc:sldMk cId="42695095" sldId="283"/>
            <ac:spMk id="8" creationId="{6BC4AE90-9AA2-AED2-B27F-16453604ED86}"/>
          </ac:spMkLst>
        </pc:spChg>
        <pc:spChg chg="add mod">
          <ac:chgData name="ST 5" userId="7bb69f54f5ad8c86" providerId="Windows Live" clId="Web-{02125C45-CD3B-40F2-A762-2EC4089AF222}" dt="2025-12-06T04:42:03.451" v="1586" actId="1076"/>
          <ac:spMkLst>
            <pc:docMk/>
            <pc:sldMk cId="42695095" sldId="283"/>
            <ac:spMk id="10" creationId="{CA45EADF-123B-A7A9-B1C8-8E3D57DC5009}"/>
          </ac:spMkLst>
        </pc:spChg>
        <pc:picChg chg="del">
          <ac:chgData name="ST 5" userId="7bb69f54f5ad8c86" providerId="Windows Live" clId="Web-{02125C45-CD3B-40F2-A762-2EC4089AF222}" dt="2025-12-06T04:30:19.943" v="1580"/>
          <ac:picMkLst>
            <pc:docMk/>
            <pc:sldMk cId="42695095" sldId="283"/>
            <ac:picMk id="4" creationId="{40C87E76-7CC1-4598-32FE-A83C33EB49EF}"/>
          </ac:picMkLst>
        </pc:picChg>
        <pc:picChg chg="del">
          <ac:chgData name="ST 5" userId="7bb69f54f5ad8c86" providerId="Windows Live" clId="Web-{02125C45-CD3B-40F2-A762-2EC4089AF222}" dt="2025-12-06T04:30:19.927" v="1579"/>
          <ac:picMkLst>
            <pc:docMk/>
            <pc:sldMk cId="42695095" sldId="283"/>
            <ac:picMk id="6" creationId="{2B0D33C5-6474-19D3-0BCE-ABCE59DE7A4C}"/>
          </ac:picMkLst>
        </pc:picChg>
        <pc:picChg chg="add mod">
          <ac:chgData name="ST 5" userId="7bb69f54f5ad8c86" providerId="Windows Live" clId="Web-{02125C45-CD3B-40F2-A762-2EC4089AF222}" dt="2025-12-06T04:41:33.248" v="1582"/>
          <ac:picMkLst>
            <pc:docMk/>
            <pc:sldMk cId="42695095" sldId="283"/>
            <ac:picMk id="9" creationId="{DEC20B48-36D8-A7D0-8731-AB1D5E9DE9B3}"/>
          </ac:picMkLst>
        </pc:picChg>
      </pc:sldChg>
      <pc:sldChg chg="new del">
        <pc:chgData name="ST 5" userId="7bb69f54f5ad8c86" providerId="Windows Live" clId="Web-{02125C45-CD3B-40F2-A762-2EC4089AF222}" dt="2025-12-06T04:30:07.474" v="1577"/>
        <pc:sldMkLst>
          <pc:docMk/>
          <pc:sldMk cId="1408512507" sldId="283"/>
        </pc:sldMkLst>
      </pc:sldChg>
    </pc:docChg>
  </pc:docChgLst>
  <pc:docChgLst>
    <pc:chgData name="Liza Sareen" userId="7bb69f54f5ad8c86" providerId="Windows Live" clId="Web-{39094863-A1B3-4E48-B23E-3A77522E9C4E}"/>
    <pc:docChg chg="addSld modSld">
      <pc:chgData name="Liza Sareen" userId="7bb69f54f5ad8c86" providerId="Windows Live" clId="Web-{39094863-A1B3-4E48-B23E-3A77522E9C4E}" dt="2025-11-22T11:07:14.753" v="236"/>
      <pc:docMkLst>
        <pc:docMk/>
      </pc:docMkLst>
    </pc:docChg>
  </pc:docChgLst>
  <pc:docChgLst>
    <pc:chgData name="Liza Sareen" userId="7bb69f54f5ad8c86" providerId="Windows Live" clId="Web-{E567F9C9-3EF8-4213-9BA9-E71823748A8B}"/>
    <pc:docChg chg="addSld delSld modSld">
      <pc:chgData name="Liza Sareen" userId="7bb69f54f5ad8c86" providerId="Windows Live" clId="Web-{E567F9C9-3EF8-4213-9BA9-E71823748A8B}" dt="2025-12-01T08:56:34.215" v="132" actId="1076"/>
      <pc:docMkLst>
        <pc:docMk/>
      </pc:docMkLst>
      <pc:sldChg chg="addSp delSp modSp new">
        <pc:chgData name="Liza Sareen" userId="7bb69f54f5ad8c86" providerId="Windows Live" clId="Web-{E567F9C9-3EF8-4213-9BA9-E71823748A8B}" dt="2025-12-01T08:56:34.215" v="132" actId="1076"/>
        <pc:sldMkLst>
          <pc:docMk/>
          <pc:sldMk cId="1346295063" sldId="257"/>
        </pc:sldMkLst>
        <pc:spChg chg="add mod">
          <ac:chgData name="Liza Sareen" userId="7bb69f54f5ad8c86" providerId="Windows Live" clId="Web-{E567F9C9-3EF8-4213-9BA9-E71823748A8B}" dt="2025-12-01T08:53:48.196" v="122" actId="1076"/>
          <ac:spMkLst>
            <pc:docMk/>
            <pc:sldMk cId="1346295063" sldId="257"/>
            <ac:spMk id="5" creationId="{C5F16977-E8FA-F728-2762-00E76A36EA1F}"/>
          </ac:spMkLst>
        </pc:spChg>
        <pc:spChg chg="add mod">
          <ac:chgData name="Liza Sareen" userId="7bb69f54f5ad8c86" providerId="Windows Live" clId="Web-{E567F9C9-3EF8-4213-9BA9-E71823748A8B}" dt="2025-12-01T08:54:33.322" v="130" actId="1076"/>
          <ac:spMkLst>
            <pc:docMk/>
            <pc:sldMk cId="1346295063" sldId="257"/>
            <ac:spMk id="6" creationId="{4FB97393-0848-CE51-AD83-7F9DDD8C982E}"/>
          </ac:spMkLst>
        </pc:spChg>
        <pc:picChg chg="add mod">
          <ac:chgData name="Liza Sareen" userId="7bb69f54f5ad8c86" providerId="Windows Live" clId="Web-{E567F9C9-3EF8-4213-9BA9-E71823748A8B}" dt="2025-12-01T08:56:34.215" v="132" actId="1076"/>
          <ac:picMkLst>
            <pc:docMk/>
            <pc:sldMk cId="1346295063" sldId="257"/>
            <ac:picMk id="7" creationId="{E1183D5A-238F-6796-8C70-F122898A8BEA}"/>
          </ac:picMkLst>
        </pc:picChg>
      </pc:sldChg>
    </pc:docChg>
  </pc:docChgLst>
  <pc:docChgLst>
    <pc:chgData name="Liza Sareen" userId="7bb69f54f5ad8c86" providerId="Windows Live" clId="Web-{3A8C51FB-30CE-4928-B209-EA8D57D3DFD0}"/>
    <pc:docChg chg="addSld delSld modSld sldOrd">
      <pc:chgData name="Liza Sareen" userId="7bb69f54f5ad8c86" providerId="Windows Live" clId="Web-{3A8C51FB-30CE-4928-B209-EA8D57D3DFD0}" dt="2025-12-02T19:25:14.965" v="595"/>
      <pc:docMkLst>
        <pc:docMk/>
      </pc:docMkLst>
      <pc:sldChg chg="addSp delSp modSp mod setBg">
        <pc:chgData name="Liza Sareen" userId="7bb69f54f5ad8c86" providerId="Windows Live" clId="Web-{3A8C51FB-30CE-4928-B209-EA8D57D3DFD0}" dt="2025-12-02T18:55:58.027" v="64" actId="1076"/>
        <pc:sldMkLst>
          <pc:docMk/>
          <pc:sldMk cId="1346295063" sldId="257"/>
        </pc:sldMkLst>
        <pc:spChg chg="mod">
          <ac:chgData name="Liza Sareen" userId="7bb69f54f5ad8c86" providerId="Windows Live" clId="Web-{3A8C51FB-30CE-4928-B209-EA8D57D3DFD0}" dt="2025-12-02T18:51:38.860" v="43" actId="20577"/>
          <ac:spMkLst>
            <pc:docMk/>
            <pc:sldMk cId="1346295063" sldId="257"/>
            <ac:spMk id="5" creationId="{C5F16977-E8FA-F728-2762-00E76A36EA1F}"/>
          </ac:spMkLst>
        </pc:spChg>
        <pc:spChg chg="mod">
          <ac:chgData name="Liza Sareen" userId="7bb69f54f5ad8c86" providerId="Windows Live" clId="Web-{3A8C51FB-30CE-4928-B209-EA8D57D3DFD0}" dt="2025-12-02T18:51:44.251" v="44" actId="20577"/>
          <ac:spMkLst>
            <pc:docMk/>
            <pc:sldMk cId="1346295063" sldId="257"/>
            <ac:spMk id="6" creationId="{4FB97393-0848-CE51-AD83-7F9DDD8C982E}"/>
          </ac:spMkLst>
        </pc:spChg>
        <pc:picChg chg="add mod">
          <ac:chgData name="Liza Sareen" userId="7bb69f54f5ad8c86" providerId="Windows Live" clId="Web-{3A8C51FB-30CE-4928-B209-EA8D57D3DFD0}" dt="2025-12-02T18:55:58.027" v="64" actId="1076"/>
          <ac:picMkLst>
            <pc:docMk/>
            <pc:sldMk cId="1346295063" sldId="257"/>
            <ac:picMk id="23" creationId="{834FF843-92B0-7D29-FA38-B7949A6469F5}"/>
          </ac:picMkLst>
        </pc:picChg>
      </pc:sldChg>
      <pc:sldChg chg="addSp delSp modSp new mod setBg">
        <pc:chgData name="Liza Sareen" userId="7bb69f54f5ad8c86" providerId="Windows Live" clId="Web-{3A8C51FB-30CE-4928-B209-EA8D57D3DFD0}" dt="2025-12-02T19:07:19.437" v="219"/>
        <pc:sldMkLst>
          <pc:docMk/>
          <pc:sldMk cId="741875260" sldId="271"/>
        </pc:sldMkLst>
        <pc:spChg chg="mod">
          <ac:chgData name="Liza Sareen" userId="7bb69f54f5ad8c86" providerId="Windows Live" clId="Web-{3A8C51FB-30CE-4928-B209-EA8D57D3DFD0}" dt="2025-12-02T18:57:36.953" v="69" actId="20577"/>
          <ac:spMkLst>
            <pc:docMk/>
            <pc:sldMk cId="741875260" sldId="271"/>
            <ac:spMk id="2" creationId="{0C8DB330-3743-D173-AB5B-95815C7FF55D}"/>
          </ac:spMkLst>
        </pc:spChg>
        <pc:spChg chg="add mod">
          <ac:chgData name="Liza Sareen" userId="7bb69f54f5ad8c86" providerId="Windows Live" clId="Web-{3A8C51FB-30CE-4928-B209-EA8D57D3DFD0}" dt="2025-12-02T19:02:29.602" v="137"/>
          <ac:spMkLst>
            <pc:docMk/>
            <pc:sldMk cId="741875260" sldId="271"/>
            <ac:spMk id="9" creationId="{CF6E96EB-A9C8-A999-6951-6918527B880B}"/>
          </ac:spMkLst>
        </pc:spChg>
        <pc:spChg chg="add mod">
          <ac:chgData name="Liza Sareen" userId="7bb69f54f5ad8c86" providerId="Windows Live" clId="Web-{3A8C51FB-30CE-4928-B209-EA8D57D3DFD0}" dt="2025-12-02T19:01:54.085" v="126"/>
          <ac:spMkLst>
            <pc:docMk/>
            <pc:sldMk cId="741875260" sldId="271"/>
            <ac:spMk id="10" creationId="{574E9C82-E974-79AB-7CA2-6329197AFF25}"/>
          </ac:spMkLst>
        </pc:spChg>
        <pc:spChg chg="add mod">
          <ac:chgData name="Liza Sareen" userId="7bb69f54f5ad8c86" providerId="Windows Live" clId="Web-{3A8C51FB-30CE-4928-B209-EA8D57D3DFD0}" dt="2025-12-02T19:02:00.179" v="128" actId="1076"/>
          <ac:spMkLst>
            <pc:docMk/>
            <pc:sldMk cId="741875260" sldId="271"/>
            <ac:spMk id="11" creationId="{2C431627-44BF-60AE-F03D-FB5489D4B5F7}"/>
          </ac:spMkLst>
        </pc:spChg>
        <pc:spChg chg="add mod">
          <ac:chgData name="Liza Sareen" userId="7bb69f54f5ad8c86" providerId="Windows Live" clId="Web-{3A8C51FB-30CE-4928-B209-EA8D57D3DFD0}" dt="2025-12-02T19:02:18.773" v="135" actId="1076"/>
          <ac:spMkLst>
            <pc:docMk/>
            <pc:sldMk cId="741875260" sldId="271"/>
            <ac:spMk id="12" creationId="{071EC585-B0D6-0F01-15F3-1550BAD894B1}"/>
          </ac:spMkLst>
        </pc:spChg>
        <pc:spChg chg="add mod">
          <ac:chgData name="Liza Sareen" userId="7bb69f54f5ad8c86" providerId="Windows Live" clId="Web-{3A8C51FB-30CE-4928-B209-EA8D57D3DFD0}" dt="2025-12-02T19:02:22.398" v="136" actId="1076"/>
          <ac:spMkLst>
            <pc:docMk/>
            <pc:sldMk cId="741875260" sldId="271"/>
            <ac:spMk id="13" creationId="{37604000-2442-4248-ADAC-0BA88B25D1CA}"/>
          </ac:spMkLst>
        </pc:spChg>
        <pc:spChg chg="add mod">
          <ac:chgData name="Liza Sareen" userId="7bb69f54f5ad8c86" providerId="Windows Live" clId="Web-{3A8C51FB-30CE-4928-B209-EA8D57D3DFD0}" dt="2025-12-02T19:03:12.462" v="148" actId="1076"/>
          <ac:spMkLst>
            <pc:docMk/>
            <pc:sldMk cId="741875260" sldId="271"/>
            <ac:spMk id="14" creationId="{55EAC98B-A304-5844-586B-7716E172DCE4}"/>
          </ac:spMkLst>
        </pc:spChg>
        <pc:spChg chg="add mod">
          <ac:chgData name="Liza Sareen" userId="7bb69f54f5ad8c86" providerId="Windows Live" clId="Web-{3A8C51FB-30CE-4928-B209-EA8D57D3DFD0}" dt="2025-12-02T19:03:23.306" v="151" actId="20577"/>
          <ac:spMkLst>
            <pc:docMk/>
            <pc:sldMk cId="741875260" sldId="271"/>
            <ac:spMk id="15" creationId="{C966BB8B-CE41-FB52-2FC0-568A052718BE}"/>
          </ac:spMkLst>
        </pc:spChg>
        <pc:spChg chg="add mod">
          <ac:chgData name="Liza Sareen" userId="7bb69f54f5ad8c86" providerId="Windows Live" clId="Web-{3A8C51FB-30CE-4928-B209-EA8D57D3DFD0}" dt="2025-12-02T19:03:29.806" v="154" actId="1076"/>
          <ac:spMkLst>
            <pc:docMk/>
            <pc:sldMk cId="741875260" sldId="271"/>
            <ac:spMk id="16" creationId="{E474F0C3-1B49-6C69-006B-D63C544EE6D7}"/>
          </ac:spMkLst>
        </pc:spChg>
        <pc:spChg chg="add mod">
          <ac:chgData name="Liza Sareen" userId="7bb69f54f5ad8c86" providerId="Windows Live" clId="Web-{3A8C51FB-30CE-4928-B209-EA8D57D3DFD0}" dt="2025-12-02T19:03:38.337" v="157" actId="1076"/>
          <ac:spMkLst>
            <pc:docMk/>
            <pc:sldMk cId="741875260" sldId="271"/>
            <ac:spMk id="17" creationId="{ADD12D5D-4A5A-E661-1E97-96DA060B6FF9}"/>
          </ac:spMkLst>
        </pc:spChg>
        <pc:spChg chg="add mod">
          <ac:chgData name="Liza Sareen" userId="7bb69f54f5ad8c86" providerId="Windows Live" clId="Web-{3A8C51FB-30CE-4928-B209-EA8D57D3DFD0}" dt="2025-12-02T19:07:19.406" v="216"/>
          <ac:spMkLst>
            <pc:docMk/>
            <pc:sldMk cId="741875260" sldId="271"/>
            <ac:spMk id="19" creationId="{DBBEA40E-8913-E5CE-8F58-26AAA40AE104}"/>
          </ac:spMkLst>
        </pc:spChg>
        <pc:spChg chg="add mod">
          <ac:chgData name="Liza Sareen" userId="7bb69f54f5ad8c86" providerId="Windows Live" clId="Web-{3A8C51FB-30CE-4928-B209-EA8D57D3DFD0}" dt="2025-12-02T19:07:19.406" v="217"/>
          <ac:spMkLst>
            <pc:docMk/>
            <pc:sldMk cId="741875260" sldId="271"/>
            <ac:spMk id="20" creationId="{FF1764F0-DB3D-C25E-C123-7A3A3C1AE576}"/>
          </ac:spMkLst>
        </pc:spChg>
        <pc:spChg chg="add mod">
          <ac:chgData name="Liza Sareen" userId="7bb69f54f5ad8c86" providerId="Windows Live" clId="Web-{3A8C51FB-30CE-4928-B209-EA8D57D3DFD0}" dt="2025-12-02T19:07:19.406" v="218"/>
          <ac:spMkLst>
            <pc:docMk/>
            <pc:sldMk cId="741875260" sldId="271"/>
            <ac:spMk id="21" creationId="{8E769733-261E-2AA2-01DA-A4AB1D9A5E81}"/>
          </ac:spMkLst>
        </pc:spChg>
        <pc:spChg chg="add mod">
          <ac:chgData name="Liza Sareen" userId="7bb69f54f5ad8c86" providerId="Windows Live" clId="Web-{3A8C51FB-30CE-4928-B209-EA8D57D3DFD0}" dt="2025-12-02T19:07:19.437" v="219"/>
          <ac:spMkLst>
            <pc:docMk/>
            <pc:sldMk cId="741875260" sldId="271"/>
            <ac:spMk id="22" creationId="{C6F0C05B-0358-66F9-27C2-A5A034D217B4}"/>
          </ac:spMkLst>
        </pc:spChg>
        <pc:picChg chg="add">
          <ac:chgData name="Liza Sareen" userId="7bb69f54f5ad8c86" providerId="Windows Live" clId="Web-{3A8C51FB-30CE-4928-B209-EA8D57D3DFD0}" dt="2025-12-02T18:56:07.309" v="65"/>
          <ac:picMkLst>
            <pc:docMk/>
            <pc:sldMk cId="741875260" sldId="271"/>
            <ac:picMk id="5" creationId="{2D23E600-C186-651D-5F08-F9AE62F8ED7D}"/>
          </ac:picMkLst>
        </pc:picChg>
        <pc:picChg chg="add">
          <ac:chgData name="Liza Sareen" userId="7bb69f54f5ad8c86" providerId="Windows Live" clId="Web-{3A8C51FB-30CE-4928-B209-EA8D57D3DFD0}" dt="2025-12-02T18:56:07.309" v="66"/>
          <ac:picMkLst>
            <pc:docMk/>
            <pc:sldMk cId="741875260" sldId="271"/>
            <ac:picMk id="7" creationId="{F5C5D7C7-A767-7C07-5957-D8501FFC93A8}"/>
          </ac:picMkLst>
        </pc:picChg>
        <pc:picChg chg="add mod">
          <ac:chgData name="Liza Sareen" userId="7bb69f54f5ad8c86" providerId="Windows Live" clId="Web-{3A8C51FB-30CE-4928-B209-EA8D57D3DFD0}" dt="2025-12-02T19:01:13.538" v="116" actId="1076"/>
          <ac:picMkLst>
            <pc:docMk/>
            <pc:sldMk cId="741875260" sldId="271"/>
            <ac:picMk id="8" creationId="{072295CA-BE53-8AF3-6BA6-FA64276BBB2E}"/>
          </ac:picMkLst>
        </pc:picChg>
      </pc:sldChg>
      <pc:sldChg chg="addSp delSp modSp add replId">
        <pc:chgData name="Liza Sareen" userId="7bb69f54f5ad8c86" providerId="Windows Live" clId="Web-{3A8C51FB-30CE-4928-B209-EA8D57D3DFD0}" dt="2025-12-02T19:14:39.552" v="464" actId="1076"/>
        <pc:sldMkLst>
          <pc:docMk/>
          <pc:sldMk cId="430752057" sldId="272"/>
        </pc:sldMkLst>
        <pc:spChg chg="mod">
          <ac:chgData name="Liza Sareen" userId="7bb69f54f5ad8c86" providerId="Windows Live" clId="Web-{3A8C51FB-30CE-4928-B209-EA8D57D3DFD0}" dt="2025-12-02T18:57:54.469" v="72" actId="20577"/>
          <ac:spMkLst>
            <pc:docMk/>
            <pc:sldMk cId="430752057" sldId="272"/>
            <ac:spMk id="2" creationId="{4461C08A-28CD-77A2-35A4-874D006B095D}"/>
          </ac:spMkLst>
        </pc:spChg>
        <pc:spChg chg="add mod">
          <ac:chgData name="Liza Sareen" userId="7bb69f54f5ad8c86" providerId="Windows Live" clId="Web-{3A8C51FB-30CE-4928-B209-EA8D57D3DFD0}" dt="2025-12-02T19:08:05.594" v="225"/>
          <ac:spMkLst>
            <pc:docMk/>
            <pc:sldMk cId="430752057" sldId="272"/>
            <ac:spMk id="4" creationId="{58B7CEA6-80C4-4FB7-535D-7B52F4C42E4C}"/>
          </ac:spMkLst>
        </pc:spChg>
        <pc:spChg chg="add mod">
          <ac:chgData name="Liza Sareen" userId="7bb69f54f5ad8c86" providerId="Windows Live" clId="Web-{3A8C51FB-30CE-4928-B209-EA8D57D3DFD0}" dt="2025-12-02T19:08:10.203" v="227" actId="1076"/>
          <ac:spMkLst>
            <pc:docMk/>
            <pc:sldMk cId="430752057" sldId="272"/>
            <ac:spMk id="6" creationId="{0C0C0EFF-9913-C37F-10AD-264342325DF5}"/>
          </ac:spMkLst>
        </pc:spChg>
        <pc:spChg chg="add mod">
          <ac:chgData name="Liza Sareen" userId="7bb69f54f5ad8c86" providerId="Windows Live" clId="Web-{3A8C51FB-30CE-4928-B209-EA8D57D3DFD0}" dt="2025-12-02T19:08:19.407" v="232" actId="1076"/>
          <ac:spMkLst>
            <pc:docMk/>
            <pc:sldMk cId="430752057" sldId="272"/>
            <ac:spMk id="8" creationId="{6E00094D-F8C0-2E9E-7DC9-CC537F8F04CB}"/>
          </ac:spMkLst>
        </pc:spChg>
        <pc:spChg chg="add mod">
          <ac:chgData name="Liza Sareen" userId="7bb69f54f5ad8c86" providerId="Windows Live" clId="Web-{3A8C51FB-30CE-4928-B209-EA8D57D3DFD0}" dt="2025-12-02T19:08:22.157" v="233" actId="1076"/>
          <ac:spMkLst>
            <pc:docMk/>
            <pc:sldMk cId="430752057" sldId="272"/>
            <ac:spMk id="9" creationId="{D924F146-12FD-42F9-4C59-0D82702EE7B6}"/>
          </ac:spMkLst>
        </pc:spChg>
        <pc:spChg chg="add mod">
          <ac:chgData name="Liza Sareen" userId="7bb69f54f5ad8c86" providerId="Windows Live" clId="Web-{3A8C51FB-30CE-4928-B209-EA8D57D3DFD0}" dt="2025-12-02T19:08:33.766" v="235" actId="1076"/>
          <ac:spMkLst>
            <pc:docMk/>
            <pc:sldMk cId="430752057" sldId="272"/>
            <ac:spMk id="10" creationId="{EF39BA88-F344-E8F3-E527-25B50195421B}"/>
          </ac:spMkLst>
        </pc:spChg>
        <pc:spChg chg="add mod">
          <ac:chgData name="Liza Sareen" userId="7bb69f54f5ad8c86" providerId="Windows Live" clId="Web-{3A8C51FB-30CE-4928-B209-EA8D57D3DFD0}" dt="2025-12-02T19:11:52.682" v="330"/>
          <ac:spMkLst>
            <pc:docMk/>
            <pc:sldMk cId="430752057" sldId="272"/>
            <ac:spMk id="12" creationId="{41E7C0ED-0B43-011D-E9E6-7CA84D5E74C7}"/>
          </ac:spMkLst>
        </pc:spChg>
        <pc:spChg chg="add mod">
          <ac:chgData name="Liza Sareen" userId="7bb69f54f5ad8c86" providerId="Windows Live" clId="Web-{3A8C51FB-30CE-4928-B209-EA8D57D3DFD0}" dt="2025-12-02T19:12:30.824" v="374" actId="20577"/>
          <ac:spMkLst>
            <pc:docMk/>
            <pc:sldMk cId="430752057" sldId="272"/>
            <ac:spMk id="13" creationId="{A6B947FE-38BE-8F52-901C-4107CE8E78CE}"/>
          </ac:spMkLst>
        </pc:spChg>
        <pc:spChg chg="add mod">
          <ac:chgData name="Liza Sareen" userId="7bb69f54f5ad8c86" providerId="Windows Live" clId="Web-{3A8C51FB-30CE-4928-B209-EA8D57D3DFD0}" dt="2025-12-02T19:13:22.405" v="432" actId="1076"/>
          <ac:spMkLst>
            <pc:docMk/>
            <pc:sldMk cId="430752057" sldId="272"/>
            <ac:spMk id="14" creationId="{3BF3670E-5A7E-19A7-C2CD-9CD31F8764FB}"/>
          </ac:spMkLst>
        </pc:spChg>
        <pc:spChg chg="add mod">
          <ac:chgData name="Liza Sareen" userId="7bb69f54f5ad8c86" providerId="Windows Live" clId="Web-{3A8C51FB-30CE-4928-B209-EA8D57D3DFD0}" dt="2025-12-02T19:13:54.891" v="459" actId="20577"/>
          <ac:spMkLst>
            <pc:docMk/>
            <pc:sldMk cId="430752057" sldId="272"/>
            <ac:spMk id="15" creationId="{0F795FED-577B-D8BF-0092-A7F2BF21BD2A}"/>
          </ac:spMkLst>
        </pc:spChg>
        <pc:picChg chg="add mod">
          <ac:chgData name="Liza Sareen" userId="7bb69f54f5ad8c86" providerId="Windows Live" clId="Web-{3A8C51FB-30CE-4928-B209-EA8D57D3DFD0}" dt="2025-12-02T19:14:39.552" v="464" actId="1076"/>
          <ac:picMkLst>
            <pc:docMk/>
            <pc:sldMk cId="430752057" sldId="272"/>
            <ac:picMk id="16" creationId="{BFEEAD59-C24A-6299-A540-01F5566CC19E}"/>
          </ac:picMkLst>
        </pc:picChg>
      </pc:sldChg>
      <pc:sldChg chg="addSp delSp modSp add replId">
        <pc:chgData name="Liza Sareen" userId="7bb69f54f5ad8c86" providerId="Windows Live" clId="Web-{3A8C51FB-30CE-4928-B209-EA8D57D3DFD0}" dt="2025-12-02T19:23:48.590" v="587" actId="1076"/>
        <pc:sldMkLst>
          <pc:docMk/>
          <pc:sldMk cId="3616113482" sldId="273"/>
        </pc:sldMkLst>
        <pc:spChg chg="mod">
          <ac:chgData name="Liza Sareen" userId="7bb69f54f5ad8c86" providerId="Windows Live" clId="Web-{3A8C51FB-30CE-4928-B209-EA8D57D3DFD0}" dt="2025-12-02T18:58:08.391" v="76" actId="20577"/>
          <ac:spMkLst>
            <pc:docMk/>
            <pc:sldMk cId="3616113482" sldId="273"/>
            <ac:spMk id="2" creationId="{B438D537-657D-36D8-12C9-7EC325D1990B}"/>
          </ac:spMkLst>
        </pc:spChg>
        <pc:spChg chg="mod">
          <ac:chgData name="Liza Sareen" userId="7bb69f54f5ad8c86" providerId="Windows Live" clId="Web-{3A8C51FB-30CE-4928-B209-EA8D57D3DFD0}" dt="2025-12-02T19:23:08.809" v="583" actId="14100"/>
          <ac:spMkLst>
            <pc:docMk/>
            <pc:sldMk cId="3616113482" sldId="273"/>
            <ac:spMk id="3" creationId="{43FDF872-22D6-D058-0A49-38EF8E6C22E7}"/>
          </ac:spMkLst>
        </pc:spChg>
        <pc:spChg chg="add mod ord">
          <ac:chgData name="Liza Sareen" userId="7bb69f54f5ad8c86" providerId="Windows Live" clId="Web-{3A8C51FB-30CE-4928-B209-EA8D57D3DFD0}" dt="2025-12-02T19:23:48.590" v="587" actId="1076"/>
          <ac:spMkLst>
            <pc:docMk/>
            <pc:sldMk cId="3616113482" sldId="273"/>
            <ac:spMk id="8" creationId="{AF59B4FA-5ECC-9202-F63C-4111B8550F86}"/>
          </ac:spMkLst>
        </pc:spChg>
        <pc:spChg chg="add mod">
          <ac:chgData name="Liza Sareen" userId="7bb69f54f5ad8c86" providerId="Windows Live" clId="Web-{3A8C51FB-30CE-4928-B209-EA8D57D3DFD0}" dt="2025-12-02T19:22:40.074" v="571"/>
          <ac:spMkLst>
            <pc:docMk/>
            <pc:sldMk cId="3616113482" sldId="273"/>
            <ac:spMk id="9" creationId="{02B9AFA2-BE1B-2119-7716-54C182CE8FC1}"/>
          </ac:spMkLst>
        </pc:spChg>
        <pc:spChg chg="add mod">
          <ac:chgData name="Liza Sareen" userId="7bb69f54f5ad8c86" providerId="Windows Live" clId="Web-{3A8C51FB-30CE-4928-B209-EA8D57D3DFD0}" dt="2025-12-02T19:22:40.074" v="572"/>
          <ac:spMkLst>
            <pc:docMk/>
            <pc:sldMk cId="3616113482" sldId="273"/>
            <ac:spMk id="11" creationId="{156791EE-45DD-9C27-3FCE-EF4E3DB3B432}"/>
          </ac:spMkLst>
        </pc:spChg>
        <pc:spChg chg="add mod">
          <ac:chgData name="Liza Sareen" userId="7bb69f54f5ad8c86" providerId="Windows Live" clId="Web-{3A8C51FB-30CE-4928-B209-EA8D57D3DFD0}" dt="2025-12-02T19:22:40.074" v="573"/>
          <ac:spMkLst>
            <pc:docMk/>
            <pc:sldMk cId="3616113482" sldId="273"/>
            <ac:spMk id="13" creationId="{8E67E19D-3473-E96A-2E26-005EA738CC40}"/>
          </ac:spMkLst>
        </pc:spChg>
        <pc:spChg chg="add mod">
          <ac:chgData name="Liza Sareen" userId="7bb69f54f5ad8c86" providerId="Windows Live" clId="Web-{3A8C51FB-30CE-4928-B209-EA8D57D3DFD0}" dt="2025-12-02T19:22:40.074" v="574"/>
          <ac:spMkLst>
            <pc:docMk/>
            <pc:sldMk cId="3616113482" sldId="273"/>
            <ac:spMk id="15" creationId="{A8D3A822-6A73-7026-AA77-4A37F33DBD57}"/>
          </ac:spMkLst>
        </pc:spChg>
        <pc:spChg chg="add mod">
          <ac:chgData name="Liza Sareen" userId="7bb69f54f5ad8c86" providerId="Windows Live" clId="Web-{3A8C51FB-30CE-4928-B209-EA8D57D3DFD0}" dt="2025-12-02T19:22:40.074" v="575"/>
          <ac:spMkLst>
            <pc:docMk/>
            <pc:sldMk cId="3616113482" sldId="273"/>
            <ac:spMk id="16" creationId="{FDC938EA-D0A2-964F-513C-7375101B84AE}"/>
          </ac:spMkLst>
        </pc:spChg>
        <pc:spChg chg="add mod">
          <ac:chgData name="Liza Sareen" userId="7bb69f54f5ad8c86" providerId="Windows Live" clId="Web-{3A8C51FB-30CE-4928-B209-EA8D57D3DFD0}" dt="2025-12-02T19:22:40.074" v="576"/>
          <ac:spMkLst>
            <pc:docMk/>
            <pc:sldMk cId="3616113482" sldId="273"/>
            <ac:spMk id="17" creationId="{46A14AC5-87F3-83F4-FCAA-40302587B203}"/>
          </ac:spMkLst>
        </pc:spChg>
        <pc:spChg chg="add mod">
          <ac:chgData name="Liza Sareen" userId="7bb69f54f5ad8c86" providerId="Windows Live" clId="Web-{3A8C51FB-30CE-4928-B209-EA8D57D3DFD0}" dt="2025-12-02T19:22:40.074" v="577"/>
          <ac:spMkLst>
            <pc:docMk/>
            <pc:sldMk cId="3616113482" sldId="273"/>
            <ac:spMk id="18" creationId="{46E9E1CC-89DA-A4E6-96B2-D8EDC10CBA1C}"/>
          </ac:spMkLst>
        </pc:spChg>
        <pc:cxnChg chg="add mod ord">
          <ac:chgData name="Liza Sareen" userId="7bb69f54f5ad8c86" providerId="Windows Live" clId="Web-{3A8C51FB-30CE-4928-B209-EA8D57D3DFD0}" dt="2025-12-02T19:23:41.762" v="586" actId="14100"/>
          <ac:cxnSpMkLst>
            <pc:docMk/>
            <pc:sldMk cId="3616113482" sldId="273"/>
            <ac:cxnSpMk id="19" creationId="{B1D426F3-4E93-DF17-E364-E1233E43740D}"/>
          </ac:cxnSpMkLst>
        </pc:cxnChg>
      </pc:sldChg>
      <pc:sldChg chg="addSp delSp modSp add replId">
        <pc:chgData name="Liza Sareen" userId="7bb69f54f5ad8c86" providerId="Windows Live" clId="Web-{3A8C51FB-30CE-4928-B209-EA8D57D3DFD0}" dt="2025-12-02T19:25:06.090" v="593" actId="1076"/>
        <pc:sldMkLst>
          <pc:docMk/>
          <pc:sldMk cId="4042715878" sldId="275"/>
        </pc:sldMkLst>
        <pc:spChg chg="mod">
          <ac:chgData name="Liza Sareen" userId="7bb69f54f5ad8c86" providerId="Windows Live" clId="Web-{3A8C51FB-30CE-4928-B209-EA8D57D3DFD0}" dt="2025-12-02T18:58:38.472" v="85" actId="20577"/>
          <ac:spMkLst>
            <pc:docMk/>
            <pc:sldMk cId="4042715878" sldId="275"/>
            <ac:spMk id="2" creationId="{28D168EF-F5C0-643D-A486-1E220532773F}"/>
          </ac:spMkLst>
        </pc:spChg>
        <pc:picChg chg="add mod ord">
          <ac:chgData name="Liza Sareen" userId="7bb69f54f5ad8c86" providerId="Windows Live" clId="Web-{3A8C51FB-30CE-4928-B209-EA8D57D3DFD0}" dt="2025-12-02T19:25:03.402" v="592" actId="1076"/>
          <ac:picMkLst>
            <pc:docMk/>
            <pc:sldMk cId="4042715878" sldId="275"/>
            <ac:picMk id="4" creationId="{80FEA471-6820-0997-DDFD-2F6E06189993}"/>
          </ac:picMkLst>
        </pc:picChg>
        <pc:picChg chg="add mod">
          <ac:chgData name="Liza Sareen" userId="7bb69f54f5ad8c86" providerId="Windows Live" clId="Web-{3A8C51FB-30CE-4928-B209-EA8D57D3DFD0}" dt="2025-12-02T19:25:06.090" v="593" actId="1076"/>
          <ac:picMkLst>
            <pc:docMk/>
            <pc:sldMk cId="4042715878" sldId="275"/>
            <ac:picMk id="6" creationId="{651DD5A6-8F22-72E2-7994-C1EAB3A0F797}"/>
          </ac:picMkLst>
        </pc:picChg>
      </pc:sldChg>
      <pc:sldChg chg="delSp modSp add replId">
        <pc:chgData name="Liza Sareen" userId="7bb69f54f5ad8c86" providerId="Windows Live" clId="Web-{3A8C51FB-30CE-4928-B209-EA8D57D3DFD0}" dt="2025-12-02T18:59:29.067" v="106" actId="1076"/>
        <pc:sldMkLst>
          <pc:docMk/>
          <pc:sldMk cId="325517115" sldId="278"/>
        </pc:sldMkLst>
        <pc:spChg chg="mod">
          <ac:chgData name="Liza Sareen" userId="7bb69f54f5ad8c86" providerId="Windows Live" clId="Web-{3A8C51FB-30CE-4928-B209-EA8D57D3DFD0}" dt="2025-12-02T18:59:29.067" v="106" actId="1076"/>
          <ac:spMkLst>
            <pc:docMk/>
            <pc:sldMk cId="325517115" sldId="278"/>
            <ac:spMk id="2" creationId="{9A8D0522-C4EE-B631-7708-6E79E92ABB03}"/>
          </ac:spMkLst>
        </pc:spChg>
      </pc:sldChg>
    </pc:docChg>
  </pc:docChgLst>
  <pc:docChgLst>
    <pc:chgData name="Liza Sareen" userId="7bb69f54f5ad8c86" providerId="Windows Live" clId="Web-{1CB3F92F-59B4-4C8F-8C6A-CAEBF3AAEB2B}"/>
    <pc:docChg chg="addSld delSld modSld">
      <pc:chgData name="Liza Sareen" userId="7bb69f54f5ad8c86" providerId="Windows Live" clId="Web-{1CB3F92F-59B4-4C8F-8C6A-CAEBF3AAEB2B}" dt="2025-11-26T05:08:54.996" v="1011"/>
      <pc:docMkLst>
        <pc:docMk/>
      </pc:docMkLst>
    </pc:docChg>
  </pc:docChgLst>
  <pc:docChgLst>
    <pc:chgData name="Liza Sareen" userId="7bb69f54f5ad8c86" providerId="Windows Live" clId="Web-{48DDF2F1-FCEE-5476-3F0A-0FDE1D1327BE}"/>
    <pc:docChg chg="addSld delSld modSld">
      <pc:chgData name="Liza Sareen" userId="7bb69f54f5ad8c86" providerId="Windows Live" clId="Web-{48DDF2F1-FCEE-5476-3F0A-0FDE1D1327BE}" dt="2025-12-02T09:02:29.615" v="1192" actId="20577"/>
      <pc:docMkLst>
        <pc:docMk/>
      </pc:docMkLst>
      <pc:sldChg chg="addSp delSp modSp">
        <pc:chgData name="Liza Sareen" userId="7bb69f54f5ad8c86" providerId="Windows Live" clId="Web-{48DDF2F1-FCEE-5476-3F0A-0FDE1D1327BE}" dt="2025-12-02T08:10:51.128" v="110" actId="1076"/>
        <pc:sldMkLst>
          <pc:docMk/>
          <pc:sldMk cId="1346295063" sldId="257"/>
        </pc:sldMkLst>
      </pc:sldChg>
    </pc:docChg>
  </pc:docChgLst>
  <pc:docChgLst>
    <pc:chgData name="Liza Sareen" userId="7bb69f54f5ad8c86" providerId="Windows Live" clId="Web-{E649C398-3315-494E-9D7B-6AB5DC36FD46}"/>
    <pc:docChg chg="addSld delSld modSld">
      <pc:chgData name="Liza Sareen" userId="7bb69f54f5ad8c86" providerId="Windows Live" clId="Web-{E649C398-3315-494E-9D7B-6AB5DC36FD46}" dt="2025-11-25T13:13:34.460" v="47"/>
      <pc:docMkLst>
        <pc:docMk/>
      </pc:docMkLst>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l="-4000" r="-4000"/>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F16977-E8FA-F728-2762-00E76A36EA1F}"/>
              </a:ext>
            </a:extLst>
          </p:cNvPr>
          <p:cNvSpPr txBox="1"/>
          <p:nvPr/>
        </p:nvSpPr>
        <p:spPr>
          <a:xfrm>
            <a:off x="7933613" y="3581535"/>
            <a:ext cx="3986502"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8800" b="1" dirty="0">
                <a:solidFill>
                  <a:srgbClr val="FFFFFF"/>
                </a:solidFill>
                <a:latin typeface="Arial"/>
                <a:cs typeface="Arial"/>
              </a:rPr>
              <a:t>JetSim</a:t>
            </a:r>
            <a:endParaRPr lang="en-US" dirty="0"/>
          </a:p>
        </p:txBody>
      </p:sp>
      <p:sp>
        <p:nvSpPr>
          <p:cNvPr id="6" name="TextBox 5">
            <a:extLst>
              <a:ext uri="{FF2B5EF4-FFF2-40B4-BE49-F238E27FC236}">
                <a16:creationId xmlns:a16="http://schemas.microsoft.com/office/drawing/2014/main" id="{4FB97393-0848-CE51-AD83-7F9DDD8C982E}"/>
              </a:ext>
            </a:extLst>
          </p:cNvPr>
          <p:cNvSpPr txBox="1"/>
          <p:nvPr/>
        </p:nvSpPr>
        <p:spPr>
          <a:xfrm>
            <a:off x="8192547" y="5028910"/>
            <a:ext cx="37313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FFFFFF"/>
                </a:solidFill>
                <a:ea typeface="+mn-lt"/>
                <a:cs typeface="+mn-lt"/>
              </a:rPr>
              <a:t>Accelerated 3D Flight Simulation</a:t>
            </a:r>
            <a:endParaRPr lang="en-US" b="1"/>
          </a:p>
        </p:txBody>
      </p:sp>
      <p:pic>
        <p:nvPicPr>
          <p:cNvPr id="7" name="Picture 6" descr="A logo on a black background&#10;&#10;AI-generated content may be incorrect.">
            <a:extLst>
              <a:ext uri="{FF2B5EF4-FFF2-40B4-BE49-F238E27FC236}">
                <a16:creationId xmlns:a16="http://schemas.microsoft.com/office/drawing/2014/main" id="{E1183D5A-238F-6796-8C70-F122898A8BEA}"/>
              </a:ext>
            </a:extLst>
          </p:cNvPr>
          <p:cNvPicPr>
            <a:picLocks noChangeAspect="1"/>
          </p:cNvPicPr>
          <p:nvPr/>
        </p:nvPicPr>
        <p:blipFill>
          <a:blip r:embed="rId3"/>
          <a:stretch>
            <a:fillRect/>
          </a:stretch>
        </p:blipFill>
        <p:spPr>
          <a:xfrm>
            <a:off x="4482" y="-841"/>
            <a:ext cx="1066800" cy="942975"/>
          </a:xfrm>
          <a:prstGeom prst="rect">
            <a:avLst/>
          </a:prstGeom>
        </p:spPr>
      </p:pic>
      <p:pic>
        <p:nvPicPr>
          <p:cNvPr id="23" name="Picture 22">
            <a:extLst>
              <a:ext uri="{FF2B5EF4-FFF2-40B4-BE49-F238E27FC236}">
                <a16:creationId xmlns:a16="http://schemas.microsoft.com/office/drawing/2014/main" id="{834FF843-92B0-7D29-FA38-B7949A6469F5}"/>
              </a:ext>
            </a:extLst>
          </p:cNvPr>
          <p:cNvPicPr>
            <a:picLocks noChangeAspect="1"/>
          </p:cNvPicPr>
          <p:nvPr/>
        </p:nvPicPr>
        <p:blipFill>
          <a:blip r:embed="rId4"/>
          <a:stretch>
            <a:fillRect/>
          </a:stretch>
        </p:blipFill>
        <p:spPr>
          <a:xfrm>
            <a:off x="11266715" y="0"/>
            <a:ext cx="919240" cy="943429"/>
          </a:xfrm>
          <a:prstGeom prst="ellipse">
            <a:avLst/>
          </a:prstGeom>
        </p:spPr>
      </p:pic>
    </p:spTree>
    <p:extLst>
      <p:ext uri="{BB962C8B-B14F-4D97-AF65-F5344CB8AC3E}">
        <p14:creationId xmlns:p14="http://schemas.microsoft.com/office/powerpoint/2010/main" val="1346295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DAAE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DB330-3743-D173-AB5B-95815C7FF55D}"/>
              </a:ext>
            </a:extLst>
          </p:cNvPr>
          <p:cNvSpPr>
            <a:spLocks noGrp="1"/>
          </p:cNvSpPr>
          <p:nvPr>
            <p:ph type="title"/>
          </p:nvPr>
        </p:nvSpPr>
        <p:spPr/>
        <p:txBody>
          <a:bodyPr/>
          <a:lstStyle/>
          <a:p>
            <a:pPr algn="ctr"/>
            <a:r>
              <a:rPr lang="en-US" b="1" dirty="0">
                <a:solidFill>
                  <a:srgbClr val="FFFFFF"/>
                </a:solidFill>
                <a:ea typeface="+mj-lt"/>
                <a:cs typeface="+mj-lt"/>
              </a:rPr>
              <a:t>Problem Statement</a:t>
            </a:r>
            <a:endParaRPr lang="en-US" b="1" dirty="0"/>
          </a:p>
        </p:txBody>
      </p:sp>
      <p:pic>
        <p:nvPicPr>
          <p:cNvPr id="5" name="Picture 4" descr="A logo on a black background&#10;&#10;AI-generated content may be incorrect.">
            <a:extLst>
              <a:ext uri="{FF2B5EF4-FFF2-40B4-BE49-F238E27FC236}">
                <a16:creationId xmlns:a16="http://schemas.microsoft.com/office/drawing/2014/main" id="{2D23E600-C186-651D-5F08-F9AE62F8ED7D}"/>
              </a:ext>
            </a:extLst>
          </p:cNvPr>
          <p:cNvPicPr>
            <a:picLocks noChangeAspect="1"/>
          </p:cNvPicPr>
          <p:nvPr/>
        </p:nvPicPr>
        <p:blipFill>
          <a:blip r:embed="rId2"/>
          <a:stretch>
            <a:fillRect/>
          </a:stretch>
        </p:blipFill>
        <p:spPr>
          <a:xfrm>
            <a:off x="4482" y="-841"/>
            <a:ext cx="1066800" cy="942975"/>
          </a:xfrm>
          <a:prstGeom prst="rect">
            <a:avLst/>
          </a:prstGeom>
        </p:spPr>
      </p:pic>
      <p:pic>
        <p:nvPicPr>
          <p:cNvPr id="7" name="Picture 6">
            <a:extLst>
              <a:ext uri="{FF2B5EF4-FFF2-40B4-BE49-F238E27FC236}">
                <a16:creationId xmlns:a16="http://schemas.microsoft.com/office/drawing/2014/main" id="{F5C5D7C7-A767-7C07-5957-D8501FFC93A8}"/>
              </a:ext>
            </a:extLst>
          </p:cNvPr>
          <p:cNvPicPr>
            <a:picLocks noChangeAspect="1"/>
          </p:cNvPicPr>
          <p:nvPr/>
        </p:nvPicPr>
        <p:blipFill>
          <a:blip r:embed="rId3"/>
          <a:stretch>
            <a:fillRect/>
          </a:stretch>
        </p:blipFill>
        <p:spPr>
          <a:xfrm>
            <a:off x="11266715" y="0"/>
            <a:ext cx="919240" cy="943429"/>
          </a:xfrm>
          <a:prstGeom prst="ellipse">
            <a:avLst/>
          </a:prstGeom>
        </p:spPr>
      </p:pic>
      <p:pic>
        <p:nvPicPr>
          <p:cNvPr id="8" name="Picture 7" descr="White Question Mark PNGs for Free Download">
            <a:extLst>
              <a:ext uri="{FF2B5EF4-FFF2-40B4-BE49-F238E27FC236}">
                <a16:creationId xmlns:a16="http://schemas.microsoft.com/office/drawing/2014/main" id="{072295CA-BE53-8AF3-6BA6-FA64276BBB2E}"/>
              </a:ext>
            </a:extLst>
          </p:cNvPr>
          <p:cNvPicPr>
            <a:picLocks noChangeAspect="1"/>
          </p:cNvPicPr>
          <p:nvPr/>
        </p:nvPicPr>
        <p:blipFill>
          <a:blip r:embed="rId4"/>
          <a:stretch>
            <a:fillRect/>
          </a:stretch>
        </p:blipFill>
        <p:spPr>
          <a:xfrm>
            <a:off x="957792" y="2366887"/>
            <a:ext cx="3333750" cy="3333750"/>
          </a:xfrm>
          <a:prstGeom prst="rect">
            <a:avLst/>
          </a:prstGeom>
        </p:spPr>
      </p:pic>
      <p:sp>
        <p:nvSpPr>
          <p:cNvPr id="9" name="Oval 8">
            <a:extLst>
              <a:ext uri="{FF2B5EF4-FFF2-40B4-BE49-F238E27FC236}">
                <a16:creationId xmlns:a16="http://schemas.microsoft.com/office/drawing/2014/main" id="{CF6E96EB-A9C8-A999-6951-6918527B880B}"/>
              </a:ext>
            </a:extLst>
          </p:cNvPr>
          <p:cNvSpPr/>
          <p:nvPr/>
        </p:nvSpPr>
        <p:spPr>
          <a:xfrm>
            <a:off x="1033587" y="2435945"/>
            <a:ext cx="3182592" cy="3173425"/>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74E9C82-E974-79AB-7CA2-6329197AFF25}"/>
              </a:ext>
            </a:extLst>
          </p:cNvPr>
          <p:cNvSpPr/>
          <p:nvPr/>
        </p:nvSpPr>
        <p:spPr>
          <a:xfrm>
            <a:off x="4847550" y="1511004"/>
            <a:ext cx="914400" cy="9144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2C431627-44BF-60AE-F03D-FB5489D4B5F7}"/>
              </a:ext>
            </a:extLst>
          </p:cNvPr>
          <p:cNvSpPr/>
          <p:nvPr/>
        </p:nvSpPr>
        <p:spPr>
          <a:xfrm>
            <a:off x="4847549" y="2720527"/>
            <a:ext cx="914400" cy="9144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71EC585-B0D6-0F01-15F3-1550BAD894B1}"/>
              </a:ext>
            </a:extLst>
          </p:cNvPr>
          <p:cNvSpPr/>
          <p:nvPr/>
        </p:nvSpPr>
        <p:spPr>
          <a:xfrm>
            <a:off x="4847549" y="4026813"/>
            <a:ext cx="914400" cy="9144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37604000-2442-4248-ADAC-0BA88B25D1CA}"/>
              </a:ext>
            </a:extLst>
          </p:cNvPr>
          <p:cNvSpPr/>
          <p:nvPr/>
        </p:nvSpPr>
        <p:spPr>
          <a:xfrm>
            <a:off x="4847549" y="5236337"/>
            <a:ext cx="914400" cy="9144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5EAC98B-A304-5844-586B-7716E172DCE4}"/>
              </a:ext>
            </a:extLst>
          </p:cNvPr>
          <p:cNvSpPr txBox="1"/>
          <p:nvPr/>
        </p:nvSpPr>
        <p:spPr>
          <a:xfrm rot="-10800000" flipV="1">
            <a:off x="5082912" y="1578136"/>
            <a:ext cx="434828"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b="1" dirty="0">
                <a:solidFill>
                  <a:srgbClr val="FFFFFF"/>
                </a:solidFill>
              </a:rPr>
              <a:t>1</a:t>
            </a:r>
          </a:p>
        </p:txBody>
      </p:sp>
      <p:sp>
        <p:nvSpPr>
          <p:cNvPr id="15" name="TextBox 14">
            <a:extLst>
              <a:ext uri="{FF2B5EF4-FFF2-40B4-BE49-F238E27FC236}">
                <a16:creationId xmlns:a16="http://schemas.microsoft.com/office/drawing/2014/main" id="{C966BB8B-CE41-FB52-2FC0-568A052718BE}"/>
              </a:ext>
            </a:extLst>
          </p:cNvPr>
          <p:cNvSpPr txBox="1"/>
          <p:nvPr/>
        </p:nvSpPr>
        <p:spPr>
          <a:xfrm rot="-10800000" flipV="1">
            <a:off x="5082911" y="2787659"/>
            <a:ext cx="434828"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b="1" dirty="0">
                <a:solidFill>
                  <a:srgbClr val="FFFFFF"/>
                </a:solidFill>
              </a:rPr>
              <a:t>2</a:t>
            </a:r>
            <a:endParaRPr lang="en-US" dirty="0"/>
          </a:p>
        </p:txBody>
      </p:sp>
      <p:sp>
        <p:nvSpPr>
          <p:cNvPr id="16" name="TextBox 15">
            <a:extLst>
              <a:ext uri="{FF2B5EF4-FFF2-40B4-BE49-F238E27FC236}">
                <a16:creationId xmlns:a16="http://schemas.microsoft.com/office/drawing/2014/main" id="{E474F0C3-1B49-6C69-006B-D63C544EE6D7}"/>
              </a:ext>
            </a:extLst>
          </p:cNvPr>
          <p:cNvSpPr txBox="1"/>
          <p:nvPr/>
        </p:nvSpPr>
        <p:spPr>
          <a:xfrm rot="-10800000" flipV="1">
            <a:off x="5082911" y="4093945"/>
            <a:ext cx="434828"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b="1" dirty="0">
                <a:solidFill>
                  <a:srgbClr val="FFFFFF"/>
                </a:solidFill>
              </a:rPr>
              <a:t>3</a:t>
            </a:r>
            <a:endParaRPr lang="en-US" dirty="0"/>
          </a:p>
        </p:txBody>
      </p:sp>
      <p:sp>
        <p:nvSpPr>
          <p:cNvPr id="17" name="TextBox 16">
            <a:extLst>
              <a:ext uri="{FF2B5EF4-FFF2-40B4-BE49-F238E27FC236}">
                <a16:creationId xmlns:a16="http://schemas.microsoft.com/office/drawing/2014/main" id="{ADD12D5D-4A5A-E661-1E97-96DA060B6FF9}"/>
              </a:ext>
            </a:extLst>
          </p:cNvPr>
          <p:cNvSpPr txBox="1"/>
          <p:nvPr/>
        </p:nvSpPr>
        <p:spPr>
          <a:xfrm rot="-10800000" flipV="1">
            <a:off x="5082911" y="5303469"/>
            <a:ext cx="434828"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00" b="1" dirty="0">
                <a:solidFill>
                  <a:srgbClr val="FFFFFF"/>
                </a:solidFill>
              </a:rPr>
              <a:t>4</a:t>
            </a:r>
            <a:endParaRPr lang="en-US" dirty="0"/>
          </a:p>
        </p:txBody>
      </p:sp>
      <p:sp>
        <p:nvSpPr>
          <p:cNvPr id="19" name="TextBox 18">
            <a:extLst>
              <a:ext uri="{FF2B5EF4-FFF2-40B4-BE49-F238E27FC236}">
                <a16:creationId xmlns:a16="http://schemas.microsoft.com/office/drawing/2014/main" id="{DBBEA40E-8913-E5CE-8F58-26AAA40AE104}"/>
              </a:ext>
            </a:extLst>
          </p:cNvPr>
          <p:cNvSpPr txBox="1"/>
          <p:nvPr/>
        </p:nvSpPr>
        <p:spPr>
          <a:xfrm>
            <a:off x="6241099" y="1514141"/>
            <a:ext cx="479036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ea typeface="+mn-lt"/>
                <a:cs typeface="+mn-lt"/>
              </a:rPr>
              <a:t>CPU Simulations struggle to deliver real-time performance when executing complex 3D vector physics computations.</a:t>
            </a:r>
            <a:endParaRPr lang="en-US" dirty="0">
              <a:solidFill>
                <a:srgbClr val="FFFFFF"/>
              </a:solidFill>
            </a:endParaRPr>
          </a:p>
        </p:txBody>
      </p:sp>
      <p:sp>
        <p:nvSpPr>
          <p:cNvPr id="20" name="TextBox 19">
            <a:extLst>
              <a:ext uri="{FF2B5EF4-FFF2-40B4-BE49-F238E27FC236}">
                <a16:creationId xmlns:a16="http://schemas.microsoft.com/office/drawing/2014/main" id="{FF1764F0-DB3D-C25E-C123-7A3A3C1AE576}"/>
              </a:ext>
            </a:extLst>
          </p:cNvPr>
          <p:cNvSpPr txBox="1"/>
          <p:nvPr/>
        </p:nvSpPr>
        <p:spPr>
          <a:xfrm>
            <a:off x="6241098" y="2711569"/>
            <a:ext cx="479036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ea typeface="+mn-lt"/>
                <a:cs typeface="+mn-lt"/>
              </a:rPr>
              <a:t>Increasing aircraft model complexity and high-resolution physics calculations cause significant computational delays on CPUs.</a:t>
            </a:r>
          </a:p>
        </p:txBody>
      </p:sp>
      <p:sp>
        <p:nvSpPr>
          <p:cNvPr id="21" name="TextBox 20">
            <a:extLst>
              <a:ext uri="{FF2B5EF4-FFF2-40B4-BE49-F238E27FC236}">
                <a16:creationId xmlns:a16="http://schemas.microsoft.com/office/drawing/2014/main" id="{8E769733-261E-2AA2-01DA-A4AB1D9A5E81}"/>
              </a:ext>
            </a:extLst>
          </p:cNvPr>
          <p:cNvSpPr txBox="1"/>
          <p:nvPr/>
        </p:nvSpPr>
        <p:spPr>
          <a:xfrm>
            <a:off x="6241098" y="4029950"/>
            <a:ext cx="5129026" cy="12124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ea typeface="+mn-lt"/>
                <a:cs typeface="+mn-lt"/>
              </a:rPr>
              <a:t>Developers lack a simple, portable implementation that demonstrates how vector physics-based flight dynamics perform differently on CPU and GPU.</a:t>
            </a:r>
          </a:p>
        </p:txBody>
      </p:sp>
      <p:sp>
        <p:nvSpPr>
          <p:cNvPr id="22" name="TextBox 21">
            <a:extLst>
              <a:ext uri="{FF2B5EF4-FFF2-40B4-BE49-F238E27FC236}">
                <a16:creationId xmlns:a16="http://schemas.microsoft.com/office/drawing/2014/main" id="{C6F0C05B-0358-66F9-27C2-A5A034D217B4}"/>
              </a:ext>
            </a:extLst>
          </p:cNvPr>
          <p:cNvSpPr txBox="1"/>
          <p:nvPr/>
        </p:nvSpPr>
        <p:spPr>
          <a:xfrm>
            <a:off x="6241098" y="5299950"/>
            <a:ext cx="479036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ea typeface="+mn-lt"/>
                <a:cs typeface="+mn-lt"/>
              </a:rPr>
              <a:t>There is a need to quantify the computational benefits of GPU parallelization by comparing CPU and GPU execution time for identical simulation workloads.</a:t>
            </a:r>
          </a:p>
        </p:txBody>
      </p:sp>
    </p:spTree>
    <p:extLst>
      <p:ext uri="{BB962C8B-B14F-4D97-AF65-F5344CB8AC3E}">
        <p14:creationId xmlns:p14="http://schemas.microsoft.com/office/powerpoint/2010/main" val="741875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DAAEB"/>
        </a:solidFill>
        <a:effectLst/>
      </p:bgPr>
    </p:bg>
    <p:spTree>
      <p:nvGrpSpPr>
        <p:cNvPr id="1" name="">
          <a:extLst>
            <a:ext uri="{FF2B5EF4-FFF2-40B4-BE49-F238E27FC236}">
              <a16:creationId xmlns:a16="http://schemas.microsoft.com/office/drawing/2014/main" id="{9B7CD77A-EB7B-E2EB-4774-C877EEBD8D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61C08A-28CD-77A2-35A4-874D006B095D}"/>
              </a:ext>
            </a:extLst>
          </p:cNvPr>
          <p:cNvSpPr>
            <a:spLocks noGrp="1"/>
          </p:cNvSpPr>
          <p:nvPr>
            <p:ph type="title"/>
          </p:nvPr>
        </p:nvSpPr>
        <p:spPr/>
        <p:txBody>
          <a:bodyPr/>
          <a:lstStyle/>
          <a:p>
            <a:pPr algn="ctr"/>
            <a:r>
              <a:rPr lang="en-US" b="1" dirty="0">
                <a:solidFill>
                  <a:srgbClr val="FFFFFF"/>
                </a:solidFill>
                <a:ea typeface="+mj-lt"/>
                <a:cs typeface="+mj-lt"/>
              </a:rPr>
              <a:t>Objectives</a:t>
            </a:r>
            <a:endParaRPr lang="en-US" b="1" dirty="0"/>
          </a:p>
        </p:txBody>
      </p:sp>
      <p:pic>
        <p:nvPicPr>
          <p:cNvPr id="5" name="Picture 4" descr="A logo on a black background&#10;&#10;AI-generated content may be incorrect.">
            <a:extLst>
              <a:ext uri="{FF2B5EF4-FFF2-40B4-BE49-F238E27FC236}">
                <a16:creationId xmlns:a16="http://schemas.microsoft.com/office/drawing/2014/main" id="{122FF8D1-9B24-0AD5-DD3E-3544F3AC8425}"/>
              </a:ext>
            </a:extLst>
          </p:cNvPr>
          <p:cNvPicPr>
            <a:picLocks noChangeAspect="1"/>
          </p:cNvPicPr>
          <p:nvPr/>
        </p:nvPicPr>
        <p:blipFill>
          <a:blip r:embed="rId2"/>
          <a:stretch>
            <a:fillRect/>
          </a:stretch>
        </p:blipFill>
        <p:spPr>
          <a:xfrm>
            <a:off x="4482" y="-841"/>
            <a:ext cx="1066800" cy="942975"/>
          </a:xfrm>
          <a:prstGeom prst="rect">
            <a:avLst/>
          </a:prstGeom>
        </p:spPr>
      </p:pic>
      <p:pic>
        <p:nvPicPr>
          <p:cNvPr id="7" name="Picture 6">
            <a:extLst>
              <a:ext uri="{FF2B5EF4-FFF2-40B4-BE49-F238E27FC236}">
                <a16:creationId xmlns:a16="http://schemas.microsoft.com/office/drawing/2014/main" id="{E9525F2C-D5BE-6FC3-0FFE-E26903993110}"/>
              </a:ext>
            </a:extLst>
          </p:cNvPr>
          <p:cNvPicPr>
            <a:picLocks noChangeAspect="1"/>
          </p:cNvPicPr>
          <p:nvPr/>
        </p:nvPicPr>
        <p:blipFill>
          <a:blip r:embed="rId3"/>
          <a:stretch>
            <a:fillRect/>
          </a:stretch>
        </p:blipFill>
        <p:spPr>
          <a:xfrm>
            <a:off x="11266715" y="0"/>
            <a:ext cx="919240" cy="943429"/>
          </a:xfrm>
          <a:prstGeom prst="ellipse">
            <a:avLst/>
          </a:prstGeom>
        </p:spPr>
      </p:pic>
      <p:sp>
        <p:nvSpPr>
          <p:cNvPr id="4" name="Rectangle 3">
            <a:extLst>
              <a:ext uri="{FF2B5EF4-FFF2-40B4-BE49-F238E27FC236}">
                <a16:creationId xmlns:a16="http://schemas.microsoft.com/office/drawing/2014/main" id="{58B7CEA6-80C4-4FB7-535D-7B52F4C42E4C}"/>
              </a:ext>
            </a:extLst>
          </p:cNvPr>
          <p:cNvSpPr/>
          <p:nvPr/>
        </p:nvSpPr>
        <p:spPr>
          <a:xfrm>
            <a:off x="655049" y="5175111"/>
            <a:ext cx="2221397" cy="2417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C0C0EFF-9913-C37F-10AD-264342325DF5}"/>
              </a:ext>
            </a:extLst>
          </p:cNvPr>
          <p:cNvSpPr/>
          <p:nvPr/>
        </p:nvSpPr>
        <p:spPr>
          <a:xfrm>
            <a:off x="2880572" y="4655015"/>
            <a:ext cx="2221397" cy="2417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E00094D-F8C0-2E9E-7DC9-CC537F8F04CB}"/>
              </a:ext>
            </a:extLst>
          </p:cNvPr>
          <p:cNvSpPr/>
          <p:nvPr/>
        </p:nvSpPr>
        <p:spPr>
          <a:xfrm>
            <a:off x="5106096" y="4074444"/>
            <a:ext cx="2221397" cy="2417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924F146-12FD-42F9-4C59-0D82702EE7B6}"/>
              </a:ext>
            </a:extLst>
          </p:cNvPr>
          <p:cNvSpPr/>
          <p:nvPr/>
        </p:nvSpPr>
        <p:spPr>
          <a:xfrm>
            <a:off x="7331620" y="3433396"/>
            <a:ext cx="2221397" cy="2417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F39BA88-F344-E8F3-E527-25B50195421B}"/>
              </a:ext>
            </a:extLst>
          </p:cNvPr>
          <p:cNvSpPr/>
          <p:nvPr/>
        </p:nvSpPr>
        <p:spPr>
          <a:xfrm>
            <a:off x="9557144" y="2816539"/>
            <a:ext cx="2221397" cy="2417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1E7C0ED-0B43-011D-E9E6-7CA84D5E74C7}"/>
              </a:ext>
            </a:extLst>
          </p:cNvPr>
          <p:cNvSpPr txBox="1"/>
          <p:nvPr/>
        </p:nvSpPr>
        <p:spPr>
          <a:xfrm>
            <a:off x="653099" y="4175096"/>
            <a:ext cx="2226168" cy="9596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rPr>
              <a:t>Develop CPU Based &amp; GPU accelerated simulations</a:t>
            </a:r>
          </a:p>
        </p:txBody>
      </p:sp>
      <p:sp>
        <p:nvSpPr>
          <p:cNvPr id="13" name="TextBox 12">
            <a:extLst>
              <a:ext uri="{FF2B5EF4-FFF2-40B4-BE49-F238E27FC236}">
                <a16:creationId xmlns:a16="http://schemas.microsoft.com/office/drawing/2014/main" id="{A6B947FE-38BE-8F52-901C-4107CE8E78CE}"/>
              </a:ext>
            </a:extLst>
          </p:cNvPr>
          <p:cNvSpPr txBox="1"/>
          <p:nvPr/>
        </p:nvSpPr>
        <p:spPr>
          <a:xfrm>
            <a:off x="2878622" y="3679190"/>
            <a:ext cx="222616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rPr>
              <a:t>Analyze execution time, efficiency based on different N</a:t>
            </a:r>
          </a:p>
        </p:txBody>
      </p:sp>
      <p:sp>
        <p:nvSpPr>
          <p:cNvPr id="14" name="TextBox 13">
            <a:extLst>
              <a:ext uri="{FF2B5EF4-FFF2-40B4-BE49-F238E27FC236}">
                <a16:creationId xmlns:a16="http://schemas.microsoft.com/office/drawing/2014/main" id="{3BF3670E-5A7E-19A7-C2CD-9CD31F8764FB}"/>
              </a:ext>
            </a:extLst>
          </p:cNvPr>
          <p:cNvSpPr txBox="1"/>
          <p:nvPr/>
        </p:nvSpPr>
        <p:spPr>
          <a:xfrm>
            <a:off x="5019479" y="3207476"/>
            <a:ext cx="240759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rPr>
              <a:t>Demonstrate the impact of parallelization</a:t>
            </a:r>
          </a:p>
        </p:txBody>
      </p:sp>
      <p:sp>
        <p:nvSpPr>
          <p:cNvPr id="15" name="TextBox 14">
            <a:extLst>
              <a:ext uri="{FF2B5EF4-FFF2-40B4-BE49-F238E27FC236}">
                <a16:creationId xmlns:a16="http://schemas.microsoft.com/office/drawing/2014/main" id="{0F795FED-577B-D8BF-0092-A7F2BF21BD2A}"/>
              </a:ext>
            </a:extLst>
          </p:cNvPr>
          <p:cNvSpPr txBox="1"/>
          <p:nvPr/>
        </p:nvSpPr>
        <p:spPr>
          <a:xfrm>
            <a:off x="7329670" y="2457572"/>
            <a:ext cx="222616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FFFF"/>
                </a:solidFill>
              </a:rPr>
              <a:t>Graphical Analysis of CPU and GPU simulations</a:t>
            </a:r>
            <a:endParaRPr lang="en-US" dirty="0"/>
          </a:p>
        </p:txBody>
      </p:sp>
      <p:pic>
        <p:nvPicPr>
          <p:cNvPr id="16" name="Picture 15" descr="Red target png transparent free download - Photo #1292 - Waryhub">
            <a:extLst>
              <a:ext uri="{FF2B5EF4-FFF2-40B4-BE49-F238E27FC236}">
                <a16:creationId xmlns:a16="http://schemas.microsoft.com/office/drawing/2014/main" id="{BFEEAD59-C24A-6299-A540-01F5566CC19E}"/>
              </a:ext>
            </a:extLst>
          </p:cNvPr>
          <p:cNvPicPr>
            <a:picLocks noChangeAspect="1"/>
          </p:cNvPicPr>
          <p:nvPr/>
        </p:nvPicPr>
        <p:blipFill>
          <a:blip r:embed="rId4"/>
          <a:stretch>
            <a:fillRect/>
          </a:stretch>
        </p:blipFill>
        <p:spPr>
          <a:xfrm>
            <a:off x="9743924" y="1210733"/>
            <a:ext cx="1630438" cy="1606248"/>
          </a:xfrm>
          <a:prstGeom prst="rect">
            <a:avLst/>
          </a:prstGeom>
        </p:spPr>
      </p:pic>
    </p:spTree>
    <p:extLst>
      <p:ext uri="{BB962C8B-B14F-4D97-AF65-F5344CB8AC3E}">
        <p14:creationId xmlns:p14="http://schemas.microsoft.com/office/powerpoint/2010/main" val="430752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DAAEB"/>
        </a:solidFill>
        <a:effectLst/>
      </p:bgPr>
    </p:bg>
    <p:spTree>
      <p:nvGrpSpPr>
        <p:cNvPr id="1" name="">
          <a:extLst>
            <a:ext uri="{FF2B5EF4-FFF2-40B4-BE49-F238E27FC236}">
              <a16:creationId xmlns:a16="http://schemas.microsoft.com/office/drawing/2014/main" id="{E9A1854E-DD38-2A66-B088-20C864E96448}"/>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B1D426F3-4E93-DF17-E364-E1233E43740D}"/>
              </a:ext>
            </a:extLst>
          </p:cNvPr>
          <p:cNvCxnSpPr/>
          <p:nvPr/>
        </p:nvCxnSpPr>
        <p:spPr>
          <a:xfrm flipH="1">
            <a:off x="9701613" y="1577753"/>
            <a:ext cx="36316" cy="5186186"/>
          </a:xfrm>
          <a:prstGeom prst="straightConnector1">
            <a:avLst/>
          </a:prstGeom>
          <a:ln w="57150">
            <a:solidFill>
              <a:schemeClr val="bg1"/>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438D537-657D-36D8-12C9-7EC325D1990B}"/>
              </a:ext>
            </a:extLst>
          </p:cNvPr>
          <p:cNvSpPr>
            <a:spLocks noGrp="1"/>
          </p:cNvSpPr>
          <p:nvPr>
            <p:ph type="title"/>
          </p:nvPr>
        </p:nvSpPr>
        <p:spPr/>
        <p:txBody>
          <a:bodyPr/>
          <a:lstStyle/>
          <a:p>
            <a:pPr algn="ctr"/>
            <a:r>
              <a:rPr lang="en-US" b="1" dirty="0">
                <a:solidFill>
                  <a:srgbClr val="FFFFFF"/>
                </a:solidFill>
                <a:ea typeface="+mj-lt"/>
                <a:cs typeface="+mj-lt"/>
              </a:rPr>
              <a:t>Methodology</a:t>
            </a:r>
            <a:endParaRPr lang="en-US" b="1" dirty="0"/>
          </a:p>
        </p:txBody>
      </p:sp>
      <p:sp>
        <p:nvSpPr>
          <p:cNvPr id="3" name="Content Placeholder 2">
            <a:extLst>
              <a:ext uri="{FF2B5EF4-FFF2-40B4-BE49-F238E27FC236}">
                <a16:creationId xmlns:a16="http://schemas.microsoft.com/office/drawing/2014/main" id="{43FDF872-22D6-D058-0A49-38EF8E6C22E7}"/>
              </a:ext>
            </a:extLst>
          </p:cNvPr>
          <p:cNvSpPr>
            <a:spLocks noGrp="1"/>
          </p:cNvSpPr>
          <p:nvPr>
            <p:ph idx="1"/>
          </p:nvPr>
        </p:nvSpPr>
        <p:spPr>
          <a:xfrm>
            <a:off x="185058" y="1704673"/>
            <a:ext cx="6209697" cy="4375528"/>
          </a:xfrm>
        </p:spPr>
        <p:txBody>
          <a:bodyPr vert="horz" lIns="91440" tIns="45720" rIns="91440" bIns="45720" rtlCol="0" anchor="t">
            <a:normAutofit/>
          </a:bodyPr>
          <a:lstStyle/>
          <a:p>
            <a:pPr marL="0" indent="0" algn="just">
              <a:buNone/>
            </a:pPr>
            <a:r>
              <a:rPr lang="en-US" sz="1800" dirty="0">
                <a:solidFill>
                  <a:srgbClr val="FFFFFF"/>
                </a:solidFill>
                <a:ea typeface="+mn-lt"/>
                <a:cs typeface="+mn-lt"/>
              </a:rPr>
              <a:t>The methodology followed in this project involves designing a physics-based aircraft simulation system and evaluating its computational performance on both CPU and GPU architectures. The simulation is built using 3D vector physics, where each aircraft’s motion is computed using position, velocity, acceleration, and additional physics functions defined in C++ and CUDA. </a:t>
            </a:r>
            <a:endParaRPr lang="en-US" sz="1800" dirty="0">
              <a:ea typeface="+mn-lt"/>
              <a:cs typeface="+mn-lt"/>
            </a:endParaRPr>
          </a:p>
        </p:txBody>
      </p:sp>
      <p:pic>
        <p:nvPicPr>
          <p:cNvPr id="5" name="Picture 4" descr="A logo on a black background&#10;&#10;AI-generated content may be incorrect.">
            <a:extLst>
              <a:ext uri="{FF2B5EF4-FFF2-40B4-BE49-F238E27FC236}">
                <a16:creationId xmlns:a16="http://schemas.microsoft.com/office/drawing/2014/main" id="{C5E74BB0-D9D3-18CA-80C4-15DB115F0B3D}"/>
              </a:ext>
            </a:extLst>
          </p:cNvPr>
          <p:cNvPicPr>
            <a:picLocks noChangeAspect="1"/>
          </p:cNvPicPr>
          <p:nvPr/>
        </p:nvPicPr>
        <p:blipFill>
          <a:blip r:embed="rId2"/>
          <a:stretch>
            <a:fillRect/>
          </a:stretch>
        </p:blipFill>
        <p:spPr>
          <a:xfrm>
            <a:off x="4482" y="-841"/>
            <a:ext cx="1066800" cy="942975"/>
          </a:xfrm>
          <a:prstGeom prst="rect">
            <a:avLst/>
          </a:prstGeom>
        </p:spPr>
      </p:pic>
      <p:pic>
        <p:nvPicPr>
          <p:cNvPr id="7" name="Picture 6">
            <a:extLst>
              <a:ext uri="{FF2B5EF4-FFF2-40B4-BE49-F238E27FC236}">
                <a16:creationId xmlns:a16="http://schemas.microsoft.com/office/drawing/2014/main" id="{ED3A8190-7A91-811A-73E9-7712CBE8F706}"/>
              </a:ext>
            </a:extLst>
          </p:cNvPr>
          <p:cNvPicPr>
            <a:picLocks noChangeAspect="1"/>
          </p:cNvPicPr>
          <p:nvPr/>
        </p:nvPicPr>
        <p:blipFill>
          <a:blip r:embed="rId3"/>
          <a:stretch>
            <a:fillRect/>
          </a:stretch>
        </p:blipFill>
        <p:spPr>
          <a:xfrm>
            <a:off x="11266715" y="0"/>
            <a:ext cx="919240" cy="943429"/>
          </a:xfrm>
          <a:prstGeom prst="ellipse">
            <a:avLst/>
          </a:prstGeom>
        </p:spPr>
      </p:pic>
      <p:sp>
        <p:nvSpPr>
          <p:cNvPr id="9" name="TextBox 8">
            <a:extLst>
              <a:ext uri="{FF2B5EF4-FFF2-40B4-BE49-F238E27FC236}">
                <a16:creationId xmlns:a16="http://schemas.microsoft.com/office/drawing/2014/main" id="{02B9AFA2-BE1B-2119-7716-54C182CE8FC1}"/>
              </a:ext>
            </a:extLst>
          </p:cNvPr>
          <p:cNvSpPr txBox="1"/>
          <p:nvPr/>
        </p:nvSpPr>
        <p:spPr>
          <a:xfrm>
            <a:off x="7232907" y="2143093"/>
            <a:ext cx="4790360" cy="646331"/>
          </a:xfrm>
          <a:prstGeom prst="rect">
            <a:avLst/>
          </a:prstGeom>
          <a:solidFill>
            <a:srgbClr val="6DAAEB"/>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FF"/>
                </a:solidFill>
                <a:ea typeface="+mn-lt"/>
                <a:cs typeface="+mn-lt"/>
              </a:rPr>
              <a:t>Implement a CPU-based simulation where aircraft states are updated iteratively.</a:t>
            </a:r>
            <a:endParaRPr lang="en-US" dirty="0">
              <a:ea typeface="+mn-lt"/>
              <a:cs typeface="+mn-lt"/>
            </a:endParaRPr>
          </a:p>
        </p:txBody>
      </p:sp>
      <p:sp>
        <p:nvSpPr>
          <p:cNvPr id="11" name="TextBox 10">
            <a:extLst>
              <a:ext uri="{FF2B5EF4-FFF2-40B4-BE49-F238E27FC236}">
                <a16:creationId xmlns:a16="http://schemas.microsoft.com/office/drawing/2014/main" id="{156791EE-45DD-9C27-3FCE-EF4E3DB3B432}"/>
              </a:ext>
            </a:extLst>
          </p:cNvPr>
          <p:cNvSpPr txBox="1"/>
          <p:nvPr/>
        </p:nvSpPr>
        <p:spPr>
          <a:xfrm>
            <a:off x="7232906" y="2868805"/>
            <a:ext cx="4790360" cy="369332"/>
          </a:xfrm>
          <a:prstGeom prst="rect">
            <a:avLst/>
          </a:prstGeom>
          <a:solidFill>
            <a:srgbClr val="6DAAEB"/>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FF"/>
                </a:solidFill>
                <a:ea typeface="+mn-lt"/>
                <a:cs typeface="+mn-lt"/>
              </a:rPr>
              <a:t>Design a CUDA-based GPU parallel simulation</a:t>
            </a:r>
            <a:endParaRPr lang="en-US" dirty="0">
              <a:solidFill>
                <a:srgbClr val="FFFFFF"/>
              </a:solidFill>
            </a:endParaRPr>
          </a:p>
        </p:txBody>
      </p:sp>
      <p:sp>
        <p:nvSpPr>
          <p:cNvPr id="13" name="TextBox 12">
            <a:extLst>
              <a:ext uri="{FF2B5EF4-FFF2-40B4-BE49-F238E27FC236}">
                <a16:creationId xmlns:a16="http://schemas.microsoft.com/office/drawing/2014/main" id="{8E67E19D-3473-E96A-2E26-005EA738CC40}"/>
              </a:ext>
            </a:extLst>
          </p:cNvPr>
          <p:cNvSpPr txBox="1"/>
          <p:nvPr/>
        </p:nvSpPr>
        <p:spPr>
          <a:xfrm>
            <a:off x="7232905" y="3328423"/>
            <a:ext cx="4790360" cy="646331"/>
          </a:xfrm>
          <a:prstGeom prst="rect">
            <a:avLst/>
          </a:prstGeom>
          <a:solidFill>
            <a:srgbClr val="6DAAEB"/>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FF"/>
                </a:solidFill>
                <a:ea typeface="+mn-lt"/>
                <a:cs typeface="+mn-lt"/>
              </a:rPr>
              <a:t>Ensure both CPU and GPU versions use the same physics logic for consistent comparison</a:t>
            </a:r>
            <a:endParaRPr lang="en-US"/>
          </a:p>
        </p:txBody>
      </p:sp>
      <p:sp>
        <p:nvSpPr>
          <p:cNvPr id="15" name="TextBox 14">
            <a:extLst>
              <a:ext uri="{FF2B5EF4-FFF2-40B4-BE49-F238E27FC236}">
                <a16:creationId xmlns:a16="http://schemas.microsoft.com/office/drawing/2014/main" id="{A8D3A822-6A73-7026-AA77-4A37F33DBD57}"/>
              </a:ext>
            </a:extLst>
          </p:cNvPr>
          <p:cNvSpPr txBox="1"/>
          <p:nvPr/>
        </p:nvSpPr>
        <p:spPr>
          <a:xfrm>
            <a:off x="7232904" y="4114612"/>
            <a:ext cx="4790360" cy="369332"/>
          </a:xfrm>
          <a:prstGeom prst="rect">
            <a:avLst/>
          </a:prstGeom>
          <a:solidFill>
            <a:srgbClr val="6DAAEB"/>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FF"/>
                </a:solidFill>
                <a:ea typeface="+mn-lt"/>
                <a:cs typeface="+mn-lt"/>
              </a:rPr>
              <a:t>Execute simulations for different input sizes </a:t>
            </a:r>
            <a:endParaRPr lang="en-US" dirty="0"/>
          </a:p>
        </p:txBody>
      </p:sp>
      <p:sp>
        <p:nvSpPr>
          <p:cNvPr id="16" name="TextBox 15">
            <a:extLst>
              <a:ext uri="{FF2B5EF4-FFF2-40B4-BE49-F238E27FC236}">
                <a16:creationId xmlns:a16="http://schemas.microsoft.com/office/drawing/2014/main" id="{FDC938EA-D0A2-964F-513C-7375101B84AE}"/>
              </a:ext>
            </a:extLst>
          </p:cNvPr>
          <p:cNvSpPr txBox="1"/>
          <p:nvPr/>
        </p:nvSpPr>
        <p:spPr>
          <a:xfrm>
            <a:off x="7232903" y="4622612"/>
            <a:ext cx="4790360" cy="646331"/>
          </a:xfrm>
          <a:prstGeom prst="rect">
            <a:avLst/>
          </a:prstGeom>
          <a:solidFill>
            <a:srgbClr val="6DAAEB"/>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FF"/>
                </a:solidFill>
                <a:ea typeface="+mn-lt"/>
                <a:cs typeface="+mn-lt"/>
              </a:rPr>
              <a:t>Measure </a:t>
            </a:r>
            <a:r>
              <a:rPr lang="en-US" b="1" dirty="0">
                <a:solidFill>
                  <a:srgbClr val="FFFFFF"/>
                </a:solidFill>
                <a:ea typeface="+mn-lt"/>
                <a:cs typeface="+mn-lt"/>
              </a:rPr>
              <a:t>execution time</a:t>
            </a:r>
            <a:r>
              <a:rPr lang="en-US" dirty="0">
                <a:solidFill>
                  <a:srgbClr val="FFFFFF"/>
                </a:solidFill>
                <a:ea typeface="+mn-lt"/>
                <a:cs typeface="+mn-lt"/>
              </a:rPr>
              <a:t> for both CPU and GPU </a:t>
            </a:r>
            <a:endParaRPr lang="en-US" dirty="0">
              <a:ea typeface="+mn-lt"/>
              <a:cs typeface="+mn-lt"/>
            </a:endParaRPr>
          </a:p>
        </p:txBody>
      </p:sp>
      <p:sp>
        <p:nvSpPr>
          <p:cNvPr id="17" name="TextBox 16">
            <a:extLst>
              <a:ext uri="{FF2B5EF4-FFF2-40B4-BE49-F238E27FC236}">
                <a16:creationId xmlns:a16="http://schemas.microsoft.com/office/drawing/2014/main" id="{46A14AC5-87F3-83F4-FCAA-40302587B203}"/>
              </a:ext>
            </a:extLst>
          </p:cNvPr>
          <p:cNvSpPr txBox="1"/>
          <p:nvPr/>
        </p:nvSpPr>
        <p:spPr>
          <a:xfrm>
            <a:off x="7232902" y="5336230"/>
            <a:ext cx="4790360" cy="646331"/>
          </a:xfrm>
          <a:prstGeom prst="rect">
            <a:avLst/>
          </a:prstGeom>
          <a:solidFill>
            <a:srgbClr val="6DAAEB"/>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FF"/>
                </a:solidFill>
                <a:ea typeface="+mn-lt"/>
                <a:cs typeface="+mn-lt"/>
              </a:rPr>
              <a:t>Calculate performance metrics including GPU speedup over CPU.</a:t>
            </a:r>
            <a:endParaRPr lang="en-US"/>
          </a:p>
        </p:txBody>
      </p:sp>
      <p:sp>
        <p:nvSpPr>
          <p:cNvPr id="18" name="TextBox 17">
            <a:extLst>
              <a:ext uri="{FF2B5EF4-FFF2-40B4-BE49-F238E27FC236}">
                <a16:creationId xmlns:a16="http://schemas.microsoft.com/office/drawing/2014/main" id="{46E9E1CC-89DA-A4E6-96B2-D8EDC10CBA1C}"/>
              </a:ext>
            </a:extLst>
          </p:cNvPr>
          <p:cNvSpPr txBox="1"/>
          <p:nvPr/>
        </p:nvSpPr>
        <p:spPr>
          <a:xfrm>
            <a:off x="7232901" y="6110324"/>
            <a:ext cx="4790360" cy="646331"/>
          </a:xfrm>
          <a:prstGeom prst="rect">
            <a:avLst/>
          </a:prstGeom>
          <a:solidFill>
            <a:srgbClr val="6DAAEB"/>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FF"/>
                </a:solidFill>
                <a:ea typeface="+mn-lt"/>
                <a:cs typeface="+mn-lt"/>
              </a:rPr>
              <a:t>Visualize results using graphs for execution time and speedup trends.</a:t>
            </a:r>
            <a:endParaRPr lang="en-US" dirty="0">
              <a:ea typeface="+mn-lt"/>
              <a:cs typeface="+mn-lt"/>
            </a:endParaRPr>
          </a:p>
        </p:txBody>
      </p:sp>
      <p:sp>
        <p:nvSpPr>
          <p:cNvPr id="8" name="TextBox 7">
            <a:extLst>
              <a:ext uri="{FF2B5EF4-FFF2-40B4-BE49-F238E27FC236}">
                <a16:creationId xmlns:a16="http://schemas.microsoft.com/office/drawing/2014/main" id="{AF59B4FA-5ECC-9202-F63C-4111B8550F86}"/>
              </a:ext>
            </a:extLst>
          </p:cNvPr>
          <p:cNvSpPr txBox="1"/>
          <p:nvPr/>
        </p:nvSpPr>
        <p:spPr>
          <a:xfrm>
            <a:off x="7232908" y="1368999"/>
            <a:ext cx="4790360" cy="646331"/>
          </a:xfrm>
          <a:prstGeom prst="rect">
            <a:avLst/>
          </a:prstGeom>
          <a:solidFill>
            <a:srgbClr val="6DAAEB"/>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FFFF"/>
                </a:solidFill>
                <a:ea typeface="+mn-lt"/>
                <a:cs typeface="+mn-lt"/>
              </a:rPr>
              <a:t>Develop a 3D vector physics model using equations of motion.</a:t>
            </a:r>
            <a:endParaRPr lang="en-US" dirty="0"/>
          </a:p>
        </p:txBody>
      </p:sp>
    </p:spTree>
    <p:extLst>
      <p:ext uri="{BB962C8B-B14F-4D97-AF65-F5344CB8AC3E}">
        <p14:creationId xmlns:p14="http://schemas.microsoft.com/office/powerpoint/2010/main" val="3616113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DAAEB"/>
        </a:solidFill>
        <a:effectLst/>
      </p:bgPr>
    </p:bg>
    <p:spTree>
      <p:nvGrpSpPr>
        <p:cNvPr id="1" name="">
          <a:extLst>
            <a:ext uri="{FF2B5EF4-FFF2-40B4-BE49-F238E27FC236}">
              <a16:creationId xmlns:a16="http://schemas.microsoft.com/office/drawing/2014/main" id="{9657DC85-C963-908D-AA81-52527368A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410D5-340F-EBC5-EAE3-B7434A5974A3}"/>
              </a:ext>
            </a:extLst>
          </p:cNvPr>
          <p:cNvSpPr>
            <a:spLocks noGrp="1"/>
          </p:cNvSpPr>
          <p:nvPr>
            <p:ph type="title"/>
          </p:nvPr>
        </p:nvSpPr>
        <p:spPr/>
        <p:txBody>
          <a:bodyPr/>
          <a:lstStyle/>
          <a:p>
            <a:pPr algn="ctr"/>
            <a:r>
              <a:rPr lang="en-US" b="1" dirty="0">
                <a:solidFill>
                  <a:srgbClr val="FFFFFF"/>
                </a:solidFill>
                <a:ea typeface="+mj-lt"/>
                <a:cs typeface="+mj-lt"/>
              </a:rPr>
              <a:t>Step By Step Guide</a:t>
            </a:r>
            <a:endParaRPr lang="en-US" dirty="0"/>
          </a:p>
        </p:txBody>
      </p:sp>
      <p:pic>
        <p:nvPicPr>
          <p:cNvPr id="5" name="Picture 4" descr="A logo on a black background&#10;&#10;AI-generated content may be incorrect.">
            <a:extLst>
              <a:ext uri="{FF2B5EF4-FFF2-40B4-BE49-F238E27FC236}">
                <a16:creationId xmlns:a16="http://schemas.microsoft.com/office/drawing/2014/main" id="{2FE5D204-5BAB-6D84-2B9A-F58666CF95B4}"/>
              </a:ext>
            </a:extLst>
          </p:cNvPr>
          <p:cNvPicPr>
            <a:picLocks noChangeAspect="1"/>
          </p:cNvPicPr>
          <p:nvPr/>
        </p:nvPicPr>
        <p:blipFill>
          <a:blip r:embed="rId2"/>
          <a:stretch>
            <a:fillRect/>
          </a:stretch>
        </p:blipFill>
        <p:spPr>
          <a:xfrm>
            <a:off x="4482" y="-841"/>
            <a:ext cx="1066800" cy="942975"/>
          </a:xfrm>
          <a:prstGeom prst="rect">
            <a:avLst/>
          </a:prstGeom>
        </p:spPr>
      </p:pic>
      <p:pic>
        <p:nvPicPr>
          <p:cNvPr id="7" name="Picture 6">
            <a:extLst>
              <a:ext uri="{FF2B5EF4-FFF2-40B4-BE49-F238E27FC236}">
                <a16:creationId xmlns:a16="http://schemas.microsoft.com/office/drawing/2014/main" id="{FAE3B053-FFA3-ECB6-D3FE-582330FF1A48}"/>
              </a:ext>
            </a:extLst>
          </p:cNvPr>
          <p:cNvPicPr>
            <a:picLocks noChangeAspect="1"/>
          </p:cNvPicPr>
          <p:nvPr/>
        </p:nvPicPr>
        <p:blipFill>
          <a:blip r:embed="rId3"/>
          <a:stretch>
            <a:fillRect/>
          </a:stretch>
        </p:blipFill>
        <p:spPr>
          <a:xfrm>
            <a:off x="11266715" y="0"/>
            <a:ext cx="919240" cy="943429"/>
          </a:xfrm>
          <a:prstGeom prst="ellipse">
            <a:avLst/>
          </a:prstGeom>
        </p:spPr>
      </p:pic>
      <p:sp>
        <p:nvSpPr>
          <p:cNvPr id="4" name="Content Placeholder 2">
            <a:extLst>
              <a:ext uri="{FF2B5EF4-FFF2-40B4-BE49-F238E27FC236}">
                <a16:creationId xmlns:a16="http://schemas.microsoft.com/office/drawing/2014/main" id="{4E9AF5DB-CAD4-62F0-C443-7DB4DCD5B122}"/>
              </a:ext>
            </a:extLst>
          </p:cNvPr>
          <p:cNvSpPr>
            <a:spLocks noGrp="1"/>
          </p:cNvSpPr>
          <p:nvPr>
            <p:ph idx="1"/>
          </p:nvPr>
        </p:nvSpPr>
        <p:spPr>
          <a:xfrm>
            <a:off x="185058" y="1715878"/>
            <a:ext cx="11151491" cy="4364323"/>
          </a:xfrm>
        </p:spPr>
        <p:txBody>
          <a:bodyPr vert="horz" lIns="91440" tIns="45720" rIns="91440" bIns="45720" rtlCol="0" anchor="t">
            <a:normAutofit/>
          </a:bodyPr>
          <a:lstStyle/>
          <a:p>
            <a:pPr marL="514350" indent="-514350" algn="just">
              <a:buAutoNum type="arabicPeriod"/>
            </a:pPr>
            <a:r>
              <a:rPr lang="en-US" sz="1800" b="1" dirty="0">
                <a:solidFill>
                  <a:schemeClr val="bg1"/>
                </a:solidFill>
              </a:rPr>
              <a:t>We made a aircraft simulation file in C++ which was used to calculate the motion of the aircraft, using:</a:t>
            </a:r>
          </a:p>
          <a:p>
            <a:pPr marL="971550" lvl="1" indent="-342900" algn="just">
              <a:buFont typeface="Courier New" panose="020B0604020202020204" pitchFamily="34" charset="0"/>
              <a:buChar char="o"/>
            </a:pPr>
            <a:r>
              <a:rPr lang="en-US" sz="1800" b="1" dirty="0">
                <a:solidFill>
                  <a:schemeClr val="bg1"/>
                </a:solidFill>
              </a:rPr>
              <a:t>Aircraft's position in 3D plane (</a:t>
            </a:r>
            <a:r>
              <a:rPr lang="en-US" sz="1800" b="1" err="1">
                <a:solidFill>
                  <a:schemeClr val="bg1"/>
                </a:solidFill>
              </a:rPr>
              <a:t>x,y,z</a:t>
            </a:r>
            <a:r>
              <a:rPr lang="en-US" sz="1800" b="1" dirty="0">
                <a:solidFill>
                  <a:schemeClr val="bg1"/>
                </a:solidFill>
              </a:rPr>
              <a:t>)</a:t>
            </a:r>
          </a:p>
          <a:p>
            <a:pPr marL="971550" lvl="1" indent="-342900" algn="just">
              <a:buFont typeface="Courier New" panose="020B0604020202020204" pitchFamily="34" charset="0"/>
              <a:buChar char="o"/>
            </a:pPr>
            <a:r>
              <a:rPr lang="en-US" sz="1800" b="1" dirty="0">
                <a:solidFill>
                  <a:schemeClr val="bg1"/>
                </a:solidFill>
              </a:rPr>
              <a:t>Aircraft velocity </a:t>
            </a:r>
            <a:r>
              <a:rPr lang="en-US" sz="1800" b="1" err="1">
                <a:solidFill>
                  <a:schemeClr val="bg1"/>
                </a:solidFill>
              </a:rPr>
              <a:t>wrt</a:t>
            </a:r>
            <a:r>
              <a:rPr lang="en-US" sz="1800" b="1" dirty="0">
                <a:solidFill>
                  <a:schemeClr val="bg1"/>
                </a:solidFill>
              </a:rPr>
              <a:t> position (</a:t>
            </a:r>
            <a:r>
              <a:rPr lang="en-US" sz="1800" b="1" err="1">
                <a:solidFill>
                  <a:schemeClr val="bg1"/>
                </a:solidFill>
              </a:rPr>
              <a:t>vx,vy,vz</a:t>
            </a:r>
            <a:r>
              <a:rPr lang="en-US" sz="1800" b="1" dirty="0">
                <a:solidFill>
                  <a:schemeClr val="bg1"/>
                </a:solidFill>
              </a:rPr>
              <a:t>)</a:t>
            </a:r>
          </a:p>
          <a:p>
            <a:pPr marL="971550" lvl="1" indent="-342900" algn="just">
              <a:buFont typeface="Courier New" panose="020B0604020202020204" pitchFamily="34" charset="0"/>
              <a:buChar char="o"/>
            </a:pPr>
            <a:r>
              <a:rPr lang="en-US" sz="1800" b="1" dirty="0">
                <a:solidFill>
                  <a:schemeClr val="bg1"/>
                </a:solidFill>
              </a:rPr>
              <a:t>Force: gravity, drag, thrust</a:t>
            </a:r>
          </a:p>
          <a:p>
            <a:pPr marL="971550" lvl="1" indent="-342900" algn="just">
              <a:buFont typeface="Courier New" panose="020B0604020202020204" pitchFamily="34" charset="0"/>
              <a:buChar char="o"/>
            </a:pPr>
            <a:r>
              <a:rPr lang="en-US" sz="1800" b="1" dirty="0">
                <a:solidFill>
                  <a:schemeClr val="bg1"/>
                </a:solidFill>
              </a:rPr>
              <a:t>Time step dt</a:t>
            </a:r>
          </a:p>
          <a:p>
            <a:pPr marL="628650" lvl="1" indent="0" algn="just">
              <a:buNone/>
            </a:pPr>
            <a:r>
              <a:rPr lang="en-US" sz="1800" b="1" dirty="0">
                <a:solidFill>
                  <a:schemeClr val="bg1"/>
                </a:solidFill>
              </a:rPr>
              <a:t>This is done for N aircrafts</a:t>
            </a:r>
          </a:p>
          <a:p>
            <a:pPr marL="514350" indent="-514350" algn="just">
              <a:buAutoNum type="arabicPeriod"/>
            </a:pPr>
            <a:r>
              <a:rPr lang="en-US" sz="1800" b="1" dirty="0">
                <a:solidFill>
                  <a:schemeClr val="bg1"/>
                </a:solidFill>
              </a:rPr>
              <a:t>Same simulation is run in three different ways:</a:t>
            </a:r>
          </a:p>
          <a:p>
            <a:pPr marL="971550" lvl="1" indent="-342900" algn="just">
              <a:buFont typeface="Courier New" panose="020B0604020202020204" pitchFamily="34" charset="0"/>
              <a:buChar char="o"/>
            </a:pPr>
            <a:r>
              <a:rPr lang="en-US" sz="1800" b="1" dirty="0">
                <a:solidFill>
                  <a:schemeClr val="bg1"/>
                </a:solidFill>
              </a:rPr>
              <a:t>One CPU (sequential run)</a:t>
            </a:r>
          </a:p>
          <a:p>
            <a:pPr marL="971550" lvl="1" indent="-342900" algn="just">
              <a:buFont typeface="Courier New" panose="020B0604020202020204" pitchFamily="34" charset="0"/>
              <a:buChar char="o"/>
            </a:pPr>
            <a:r>
              <a:rPr lang="en-US" sz="1800" b="1" dirty="0">
                <a:solidFill>
                  <a:schemeClr val="bg1"/>
                </a:solidFill>
              </a:rPr>
              <a:t>Multicore CPU (parallel run)</a:t>
            </a:r>
          </a:p>
          <a:p>
            <a:pPr marL="971550" lvl="1" indent="-342900" algn="just">
              <a:buFont typeface="Courier New" panose="020B0604020202020204" pitchFamily="34" charset="0"/>
              <a:buChar char="o"/>
            </a:pPr>
            <a:r>
              <a:rPr lang="en-US" sz="1800" b="1" dirty="0">
                <a:solidFill>
                  <a:schemeClr val="bg1"/>
                </a:solidFill>
              </a:rPr>
              <a:t>CUDA GPU Implementation</a:t>
            </a:r>
          </a:p>
          <a:p>
            <a:pPr marL="0" indent="0" algn="just">
              <a:buNone/>
            </a:pPr>
            <a:r>
              <a:rPr lang="en-US" sz="1800" b="1" dirty="0">
                <a:solidFill>
                  <a:schemeClr val="bg1"/>
                </a:solidFill>
              </a:rPr>
              <a:t>3. Performance compared</a:t>
            </a:r>
          </a:p>
          <a:p>
            <a:pPr marL="0" indent="0" algn="just">
              <a:buNone/>
            </a:pPr>
            <a:endParaRPr lang="en-US" sz="1800" dirty="0">
              <a:solidFill>
                <a:schemeClr val="bg1"/>
              </a:solidFill>
            </a:endParaRPr>
          </a:p>
        </p:txBody>
      </p:sp>
    </p:spTree>
    <p:extLst>
      <p:ext uri="{BB962C8B-B14F-4D97-AF65-F5344CB8AC3E}">
        <p14:creationId xmlns:p14="http://schemas.microsoft.com/office/powerpoint/2010/main" val="1046107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DAAEB"/>
        </a:solidFill>
        <a:effectLst/>
      </p:bgPr>
    </p:bg>
    <p:spTree>
      <p:nvGrpSpPr>
        <p:cNvPr id="1" name="">
          <a:extLst>
            <a:ext uri="{FF2B5EF4-FFF2-40B4-BE49-F238E27FC236}">
              <a16:creationId xmlns:a16="http://schemas.microsoft.com/office/drawing/2014/main" id="{EFB0D79F-22C8-3362-4840-0A2D9F4838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185929-3CB9-1397-C54A-36D3A9CB1F94}"/>
              </a:ext>
            </a:extLst>
          </p:cNvPr>
          <p:cNvSpPr>
            <a:spLocks noGrp="1"/>
          </p:cNvSpPr>
          <p:nvPr>
            <p:ph type="title"/>
          </p:nvPr>
        </p:nvSpPr>
        <p:spPr/>
        <p:txBody>
          <a:bodyPr/>
          <a:lstStyle/>
          <a:p>
            <a:pPr algn="ctr"/>
            <a:r>
              <a:rPr lang="en-US" b="1" dirty="0">
                <a:solidFill>
                  <a:srgbClr val="FFFFFF"/>
                </a:solidFill>
                <a:ea typeface="+mj-lt"/>
                <a:cs typeface="+mj-lt"/>
              </a:rPr>
              <a:t>Step By Step Guide</a:t>
            </a:r>
            <a:endParaRPr lang="en-US" dirty="0"/>
          </a:p>
        </p:txBody>
      </p:sp>
      <p:pic>
        <p:nvPicPr>
          <p:cNvPr id="5" name="Picture 4" descr="A logo on a black background&#10;&#10;AI-generated content may be incorrect.">
            <a:extLst>
              <a:ext uri="{FF2B5EF4-FFF2-40B4-BE49-F238E27FC236}">
                <a16:creationId xmlns:a16="http://schemas.microsoft.com/office/drawing/2014/main" id="{BCF9BDDD-9BAA-43C2-085A-E43DB6935C6B}"/>
              </a:ext>
            </a:extLst>
          </p:cNvPr>
          <p:cNvPicPr>
            <a:picLocks noChangeAspect="1"/>
          </p:cNvPicPr>
          <p:nvPr/>
        </p:nvPicPr>
        <p:blipFill>
          <a:blip r:embed="rId2"/>
          <a:stretch>
            <a:fillRect/>
          </a:stretch>
        </p:blipFill>
        <p:spPr>
          <a:xfrm>
            <a:off x="4482" y="-841"/>
            <a:ext cx="1066800" cy="942975"/>
          </a:xfrm>
          <a:prstGeom prst="rect">
            <a:avLst/>
          </a:prstGeom>
        </p:spPr>
      </p:pic>
      <p:pic>
        <p:nvPicPr>
          <p:cNvPr id="7" name="Picture 6">
            <a:extLst>
              <a:ext uri="{FF2B5EF4-FFF2-40B4-BE49-F238E27FC236}">
                <a16:creationId xmlns:a16="http://schemas.microsoft.com/office/drawing/2014/main" id="{384B0F95-F78E-AC20-B2D5-19D50CF394EC}"/>
              </a:ext>
            </a:extLst>
          </p:cNvPr>
          <p:cNvPicPr>
            <a:picLocks noChangeAspect="1"/>
          </p:cNvPicPr>
          <p:nvPr/>
        </p:nvPicPr>
        <p:blipFill>
          <a:blip r:embed="rId3"/>
          <a:stretch>
            <a:fillRect/>
          </a:stretch>
        </p:blipFill>
        <p:spPr>
          <a:xfrm>
            <a:off x="11266715" y="0"/>
            <a:ext cx="919240" cy="943429"/>
          </a:xfrm>
          <a:prstGeom prst="ellipse">
            <a:avLst/>
          </a:prstGeom>
        </p:spPr>
      </p:pic>
      <p:sp>
        <p:nvSpPr>
          <p:cNvPr id="4" name="Content Placeholder 2">
            <a:extLst>
              <a:ext uri="{FF2B5EF4-FFF2-40B4-BE49-F238E27FC236}">
                <a16:creationId xmlns:a16="http://schemas.microsoft.com/office/drawing/2014/main" id="{41E99141-1C3A-62F9-F831-0A992FEF7CB6}"/>
              </a:ext>
            </a:extLst>
          </p:cNvPr>
          <p:cNvSpPr>
            <a:spLocks noGrp="1"/>
          </p:cNvSpPr>
          <p:nvPr>
            <p:ph idx="1"/>
          </p:nvPr>
        </p:nvSpPr>
        <p:spPr>
          <a:xfrm>
            <a:off x="185058" y="1715878"/>
            <a:ext cx="11151491" cy="4364323"/>
          </a:xfrm>
        </p:spPr>
        <p:txBody>
          <a:bodyPr vert="horz" lIns="91440" tIns="45720" rIns="91440" bIns="45720" rtlCol="0" anchor="t">
            <a:normAutofit lnSpcReduction="10000"/>
          </a:bodyPr>
          <a:lstStyle/>
          <a:p>
            <a:pPr marL="342900" indent="-342900" algn="just">
              <a:buAutoNum type="arabicPeriod"/>
            </a:pPr>
            <a:r>
              <a:rPr lang="en-US" sz="1800" dirty="0">
                <a:solidFill>
                  <a:schemeClr val="bg1"/>
                </a:solidFill>
              </a:rPr>
              <a:t>CPU:</a:t>
            </a:r>
          </a:p>
          <a:p>
            <a:pPr marL="800100" lvl="1" indent="-342900" algn="just">
              <a:buFont typeface="Courier New" panose="020B0604020202020204" pitchFamily="34" charset="0"/>
              <a:buChar char="o"/>
            </a:pPr>
            <a:r>
              <a:rPr lang="en-US" sz="1400" dirty="0">
                <a:solidFill>
                  <a:schemeClr val="bg1"/>
                </a:solidFill>
              </a:rPr>
              <a:t>One aircraft processed at once</a:t>
            </a:r>
          </a:p>
          <a:p>
            <a:pPr marL="800100" lvl="1" indent="-342900" algn="just">
              <a:buFont typeface="Courier New" panose="020B0604020202020204" pitchFamily="34" charset="0"/>
              <a:buChar char="o"/>
            </a:pPr>
            <a:r>
              <a:rPr lang="en-US" sz="1400" dirty="0">
                <a:solidFill>
                  <a:schemeClr val="bg1"/>
                </a:solidFill>
              </a:rPr>
              <a:t>Sequential Run</a:t>
            </a:r>
          </a:p>
          <a:p>
            <a:pPr marL="800100" lvl="1" indent="-342900" algn="just">
              <a:buFont typeface="Courier New" panose="020B0604020202020204" pitchFamily="34" charset="0"/>
              <a:buChar char="o"/>
            </a:pPr>
            <a:r>
              <a:rPr lang="en-US" sz="1400" dirty="0">
                <a:solidFill>
                  <a:schemeClr val="bg1"/>
                </a:solidFill>
                <a:ea typeface="+mn-lt"/>
                <a:cs typeface="+mn-lt"/>
              </a:rPr>
              <a:t>Time taken: ~39 </a:t>
            </a:r>
            <a:r>
              <a:rPr lang="en-US" sz="1400" err="1">
                <a:solidFill>
                  <a:schemeClr val="bg1"/>
                </a:solidFill>
                <a:ea typeface="+mn-lt"/>
                <a:cs typeface="+mn-lt"/>
              </a:rPr>
              <a:t>ms</a:t>
            </a:r>
            <a:r>
              <a:rPr lang="en-US" sz="1400" dirty="0">
                <a:solidFill>
                  <a:schemeClr val="bg1"/>
                </a:solidFill>
                <a:ea typeface="+mn-lt"/>
                <a:cs typeface="+mn-lt"/>
              </a:rPr>
              <a:t> for 100,000 aircraft</a:t>
            </a:r>
            <a:endParaRPr lang="en-US" sz="1400" dirty="0">
              <a:solidFill>
                <a:schemeClr val="bg1"/>
              </a:solidFill>
            </a:endParaRPr>
          </a:p>
          <a:p>
            <a:pPr marL="342900" indent="-342900" algn="just">
              <a:buAutoNum type="arabicPeriod"/>
            </a:pPr>
            <a:r>
              <a:rPr lang="en-US" sz="1800" dirty="0">
                <a:solidFill>
                  <a:schemeClr val="bg1"/>
                </a:solidFill>
              </a:rPr>
              <a:t>Multicore CPU:</a:t>
            </a:r>
          </a:p>
          <a:p>
            <a:pPr marL="800100" lvl="1" indent="-342900" algn="just">
              <a:buFont typeface="Courier New" panose="020B0604020202020204" pitchFamily="34" charset="0"/>
              <a:buChar char="o"/>
            </a:pPr>
            <a:r>
              <a:rPr lang="en-US" sz="1400" dirty="0">
                <a:solidFill>
                  <a:schemeClr val="bg1"/>
                </a:solidFill>
                <a:ea typeface="+mn-lt"/>
                <a:cs typeface="+mn-lt"/>
              </a:rPr>
              <a:t>Same code used </a:t>
            </a:r>
            <a:r>
              <a:rPr lang="en-US" sz="1400" b="1" dirty="0">
                <a:solidFill>
                  <a:schemeClr val="tx2">
                    <a:lumMod val="76000"/>
                    <a:lumOff val="24000"/>
                  </a:schemeClr>
                </a:solidFill>
                <a:latin typeface="Consolas"/>
              </a:rPr>
              <a:t>#pragma </a:t>
            </a:r>
            <a:r>
              <a:rPr lang="en-US" sz="1400" b="1" err="1">
                <a:solidFill>
                  <a:schemeClr val="tx2">
                    <a:lumMod val="76000"/>
                    <a:lumOff val="24000"/>
                  </a:schemeClr>
                </a:solidFill>
                <a:latin typeface="Consolas"/>
              </a:rPr>
              <a:t>omp</a:t>
            </a:r>
            <a:r>
              <a:rPr lang="en-US" sz="1400" b="1" dirty="0">
                <a:solidFill>
                  <a:schemeClr val="tx2">
                    <a:lumMod val="76000"/>
                    <a:lumOff val="24000"/>
                  </a:schemeClr>
                </a:solidFill>
                <a:latin typeface="Consolas"/>
              </a:rPr>
              <a:t> parallel</a:t>
            </a:r>
            <a:r>
              <a:rPr lang="en-US" sz="1400" dirty="0">
                <a:solidFill>
                  <a:schemeClr val="bg1"/>
                </a:solidFill>
                <a:latin typeface="Consolas"/>
              </a:rPr>
              <a:t> to</a:t>
            </a:r>
            <a:r>
              <a:rPr lang="en-US" sz="1400" dirty="0">
                <a:solidFill>
                  <a:schemeClr val="bg1"/>
                </a:solidFill>
                <a:latin typeface="Consolas"/>
                <a:ea typeface="+mn-lt"/>
                <a:cs typeface="+mn-lt"/>
              </a:rPr>
              <a:t> run in parallel</a:t>
            </a:r>
            <a:endParaRPr lang="en-US" sz="1400" dirty="0">
              <a:solidFill>
                <a:schemeClr val="bg1"/>
              </a:solidFill>
            </a:endParaRPr>
          </a:p>
          <a:p>
            <a:pPr marL="800100" lvl="1" indent="-342900" algn="just">
              <a:buFont typeface="Courier New" panose="020B0604020202020204" pitchFamily="34" charset="0"/>
              <a:buChar char="o"/>
            </a:pPr>
            <a:r>
              <a:rPr lang="en-US" sz="1400" dirty="0">
                <a:solidFill>
                  <a:schemeClr val="bg1"/>
                </a:solidFill>
                <a:latin typeface="Consolas"/>
              </a:rPr>
              <a:t>Multiple aircrafts updated at once</a:t>
            </a:r>
          </a:p>
          <a:p>
            <a:pPr marL="800100" lvl="1" indent="-342900" algn="just">
              <a:buFont typeface="Courier New" panose="020B0604020202020204" pitchFamily="34" charset="0"/>
              <a:buChar char="o"/>
            </a:pPr>
            <a:r>
              <a:rPr lang="en-US" sz="1400" dirty="0">
                <a:solidFill>
                  <a:schemeClr val="bg1"/>
                </a:solidFill>
                <a:latin typeface="Aptos"/>
                <a:ea typeface="+mn-lt"/>
                <a:cs typeface="+mn-lt"/>
              </a:rPr>
              <a:t>No of Threads = No of CPU cores/ Manual Setting</a:t>
            </a:r>
            <a:endParaRPr lang="en-US" sz="1400" dirty="0">
              <a:solidFill>
                <a:schemeClr val="bg1"/>
              </a:solidFill>
              <a:latin typeface="Consolas"/>
              <a:ea typeface="+mn-lt"/>
              <a:cs typeface="+mn-lt"/>
            </a:endParaRPr>
          </a:p>
          <a:p>
            <a:pPr marL="800100" lvl="1" indent="-342900" algn="just">
              <a:buFont typeface="Courier New" panose="020B0604020202020204" pitchFamily="34" charset="0"/>
              <a:buChar char="o"/>
            </a:pPr>
            <a:r>
              <a:rPr lang="en-US" sz="1400" dirty="0">
                <a:solidFill>
                  <a:schemeClr val="bg1"/>
                </a:solidFill>
                <a:ea typeface="+mn-lt"/>
                <a:cs typeface="+mn-lt"/>
              </a:rPr>
              <a:t>Time reduced to ~15 </a:t>
            </a:r>
            <a:r>
              <a:rPr lang="en-US" sz="1400" err="1">
                <a:solidFill>
                  <a:schemeClr val="bg1"/>
                </a:solidFill>
                <a:ea typeface="+mn-lt"/>
                <a:cs typeface="+mn-lt"/>
              </a:rPr>
              <a:t>ms</a:t>
            </a:r>
            <a:endParaRPr lang="en-US" sz="1400">
              <a:solidFill>
                <a:schemeClr val="bg1"/>
              </a:solidFill>
              <a:latin typeface="Aptos"/>
            </a:endParaRPr>
          </a:p>
          <a:p>
            <a:pPr marL="800100" lvl="1" indent="-342900" algn="just">
              <a:buFont typeface="Courier New" panose="020B0604020202020204" pitchFamily="34" charset="0"/>
              <a:buChar char="o"/>
            </a:pPr>
            <a:r>
              <a:rPr lang="en-US" sz="1400" dirty="0">
                <a:solidFill>
                  <a:schemeClr val="bg1"/>
                </a:solidFill>
                <a:ea typeface="+mn-lt"/>
                <a:cs typeface="+mn-lt"/>
              </a:rPr>
              <a:t>2.5× faster</a:t>
            </a:r>
            <a:endParaRPr lang="en-US" sz="1400" dirty="0">
              <a:solidFill>
                <a:schemeClr val="bg1"/>
              </a:solidFill>
            </a:endParaRPr>
          </a:p>
          <a:p>
            <a:pPr marL="342900" indent="-342900" algn="just">
              <a:buAutoNum type="arabicPeriod"/>
            </a:pPr>
            <a:r>
              <a:rPr lang="en-US" sz="1800" dirty="0">
                <a:solidFill>
                  <a:schemeClr val="bg1"/>
                </a:solidFill>
              </a:rPr>
              <a:t>CUDA GPU Implementation:</a:t>
            </a:r>
          </a:p>
          <a:p>
            <a:pPr marL="800100" lvl="1" indent="-342900" algn="just">
              <a:buFont typeface="Courier New" panose="020B0604020202020204" pitchFamily="34" charset="0"/>
              <a:buChar char="o"/>
            </a:pPr>
            <a:r>
              <a:rPr lang="en-US" sz="1400" dirty="0">
                <a:solidFill>
                  <a:schemeClr val="bg1"/>
                </a:solidFill>
              </a:rPr>
              <a:t>CUDA Kernal was made</a:t>
            </a:r>
          </a:p>
          <a:p>
            <a:pPr marL="800100" lvl="1" indent="-342900" algn="just">
              <a:buFont typeface="Courier New" panose="020B0604020202020204" pitchFamily="34" charset="0"/>
              <a:buChar char="o"/>
            </a:pPr>
            <a:r>
              <a:rPr lang="en-US" sz="1400" dirty="0">
                <a:solidFill>
                  <a:schemeClr val="bg1"/>
                </a:solidFill>
              </a:rPr>
              <a:t>Every airplane is updated by one GPU thread</a:t>
            </a:r>
          </a:p>
          <a:p>
            <a:pPr marL="800100" lvl="1" indent="-342900" algn="just">
              <a:buFont typeface="Courier New" panose="020B0604020202020204" pitchFamily="34" charset="0"/>
              <a:buChar char="o"/>
            </a:pPr>
            <a:r>
              <a:rPr lang="en-US" sz="1400" dirty="0">
                <a:solidFill>
                  <a:schemeClr val="bg1"/>
                </a:solidFill>
                <a:ea typeface="+mn-lt"/>
                <a:cs typeface="+mn-lt"/>
              </a:rPr>
              <a:t>Thousands of threads run together</a:t>
            </a:r>
          </a:p>
          <a:p>
            <a:pPr marL="800100" lvl="1" indent="-342900" algn="just">
              <a:buFont typeface="Courier New" panose="020B0604020202020204" pitchFamily="34" charset="0"/>
              <a:buChar char="o"/>
            </a:pPr>
            <a:r>
              <a:rPr lang="en-US" sz="1400" dirty="0">
                <a:solidFill>
                  <a:schemeClr val="bg1"/>
                </a:solidFill>
                <a:ea typeface="+mn-lt"/>
                <a:cs typeface="+mn-lt"/>
              </a:rPr>
              <a:t>Time for 2 million: ~7.3 </a:t>
            </a:r>
            <a:r>
              <a:rPr lang="en-US" sz="1400" err="1">
                <a:solidFill>
                  <a:schemeClr val="bg1"/>
                </a:solidFill>
                <a:ea typeface="+mn-lt"/>
                <a:cs typeface="+mn-lt"/>
              </a:rPr>
              <a:t>ms</a:t>
            </a:r>
            <a:endParaRPr lang="en-US" sz="1400">
              <a:solidFill>
                <a:schemeClr val="bg1"/>
              </a:solidFill>
              <a:ea typeface="+mn-lt"/>
              <a:cs typeface="+mn-lt"/>
            </a:endParaRPr>
          </a:p>
          <a:p>
            <a:pPr lvl="1" algn="just"/>
            <a:r>
              <a:rPr lang="en-US" sz="1400" dirty="0">
                <a:solidFill>
                  <a:schemeClr val="bg1"/>
                </a:solidFill>
                <a:ea typeface="+mn-lt"/>
                <a:cs typeface="+mn-lt"/>
              </a:rPr>
              <a:t>GPU also becomes5× faster than CPU sequential.</a:t>
            </a:r>
            <a:endParaRPr lang="en-US" dirty="0">
              <a:solidFill>
                <a:schemeClr val="bg1"/>
              </a:solidFill>
            </a:endParaRPr>
          </a:p>
          <a:p>
            <a:pPr marL="800100" lvl="1" indent="-342900" algn="just">
              <a:buFont typeface="Courier New" panose="020B0604020202020204" pitchFamily="34" charset="0"/>
              <a:buChar char="o"/>
            </a:pPr>
            <a:r>
              <a:rPr lang="en-US" sz="1400" dirty="0">
                <a:solidFill>
                  <a:schemeClr val="bg1"/>
                </a:solidFill>
                <a:ea typeface="+mn-lt"/>
                <a:cs typeface="+mn-lt"/>
              </a:rPr>
              <a:t>GPU also becomes 2× faster than OpenMP.</a:t>
            </a:r>
            <a:endParaRPr lang="en-US" sz="1400" dirty="0">
              <a:solidFill>
                <a:schemeClr val="bg1"/>
              </a:solidFill>
            </a:endParaRPr>
          </a:p>
        </p:txBody>
      </p:sp>
      <p:pic>
        <p:nvPicPr>
          <p:cNvPr id="6" name="Picture 5">
            <a:extLst>
              <a:ext uri="{FF2B5EF4-FFF2-40B4-BE49-F238E27FC236}">
                <a16:creationId xmlns:a16="http://schemas.microsoft.com/office/drawing/2014/main" id="{3A297B35-633B-A07D-CE72-7849CA3EA6A7}"/>
              </a:ext>
            </a:extLst>
          </p:cNvPr>
          <p:cNvPicPr>
            <a:picLocks noChangeAspect="1"/>
          </p:cNvPicPr>
          <p:nvPr/>
        </p:nvPicPr>
        <p:blipFill>
          <a:blip r:embed="rId4"/>
          <a:srcRect r="4263" b="3883"/>
          <a:stretch>
            <a:fillRect/>
          </a:stretch>
        </p:blipFill>
        <p:spPr>
          <a:xfrm>
            <a:off x="8705850" y="2052357"/>
            <a:ext cx="3027485" cy="1116923"/>
          </a:xfrm>
          <a:prstGeom prst="rect">
            <a:avLst/>
          </a:prstGeom>
        </p:spPr>
      </p:pic>
    </p:spTree>
    <p:extLst>
      <p:ext uri="{BB962C8B-B14F-4D97-AF65-F5344CB8AC3E}">
        <p14:creationId xmlns:p14="http://schemas.microsoft.com/office/powerpoint/2010/main" val="1198593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DAAEB"/>
        </a:solidFill>
        <a:effectLst/>
      </p:bgPr>
    </p:bg>
    <p:spTree>
      <p:nvGrpSpPr>
        <p:cNvPr id="1" name="">
          <a:extLst>
            <a:ext uri="{FF2B5EF4-FFF2-40B4-BE49-F238E27FC236}">
              <a16:creationId xmlns:a16="http://schemas.microsoft.com/office/drawing/2014/main" id="{33C53EA3-8E4C-158F-4975-33F990D3B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2F42E5-310E-3E06-9EFF-F4E2B57D1A8D}"/>
              </a:ext>
            </a:extLst>
          </p:cNvPr>
          <p:cNvSpPr>
            <a:spLocks noGrp="1"/>
          </p:cNvSpPr>
          <p:nvPr>
            <p:ph type="title"/>
          </p:nvPr>
        </p:nvSpPr>
        <p:spPr/>
        <p:txBody>
          <a:bodyPr/>
          <a:lstStyle/>
          <a:p>
            <a:pPr algn="ctr"/>
            <a:r>
              <a:rPr lang="en-US" b="1" dirty="0">
                <a:solidFill>
                  <a:srgbClr val="FFFFFF"/>
                </a:solidFill>
                <a:ea typeface="+mj-lt"/>
                <a:cs typeface="+mj-lt"/>
              </a:rPr>
              <a:t>#pragma </a:t>
            </a:r>
            <a:r>
              <a:rPr lang="en-US" b="1" dirty="0" err="1">
                <a:solidFill>
                  <a:srgbClr val="FFFFFF"/>
                </a:solidFill>
                <a:ea typeface="+mj-lt"/>
                <a:cs typeface="+mj-lt"/>
              </a:rPr>
              <a:t>omp</a:t>
            </a:r>
            <a:r>
              <a:rPr lang="en-US" b="1" dirty="0">
                <a:solidFill>
                  <a:srgbClr val="FFFFFF"/>
                </a:solidFill>
                <a:ea typeface="+mj-lt"/>
                <a:cs typeface="+mj-lt"/>
              </a:rPr>
              <a:t> parallel for</a:t>
            </a:r>
            <a:endParaRPr lang="en-US" dirty="0"/>
          </a:p>
        </p:txBody>
      </p:sp>
      <p:pic>
        <p:nvPicPr>
          <p:cNvPr id="5" name="Picture 4" descr="A logo on a black background&#10;&#10;AI-generated content may be incorrect.">
            <a:extLst>
              <a:ext uri="{FF2B5EF4-FFF2-40B4-BE49-F238E27FC236}">
                <a16:creationId xmlns:a16="http://schemas.microsoft.com/office/drawing/2014/main" id="{1C080F39-193F-142C-8E1B-0BC4EA41D312}"/>
              </a:ext>
            </a:extLst>
          </p:cNvPr>
          <p:cNvPicPr>
            <a:picLocks noChangeAspect="1"/>
          </p:cNvPicPr>
          <p:nvPr/>
        </p:nvPicPr>
        <p:blipFill>
          <a:blip r:embed="rId2"/>
          <a:stretch>
            <a:fillRect/>
          </a:stretch>
        </p:blipFill>
        <p:spPr>
          <a:xfrm>
            <a:off x="4482" y="-841"/>
            <a:ext cx="1066800" cy="942975"/>
          </a:xfrm>
          <a:prstGeom prst="rect">
            <a:avLst/>
          </a:prstGeom>
        </p:spPr>
      </p:pic>
      <p:pic>
        <p:nvPicPr>
          <p:cNvPr id="7" name="Picture 6">
            <a:extLst>
              <a:ext uri="{FF2B5EF4-FFF2-40B4-BE49-F238E27FC236}">
                <a16:creationId xmlns:a16="http://schemas.microsoft.com/office/drawing/2014/main" id="{6BB8BDBB-386F-6C8A-D1DD-6D6057B15004}"/>
              </a:ext>
            </a:extLst>
          </p:cNvPr>
          <p:cNvPicPr>
            <a:picLocks noChangeAspect="1"/>
          </p:cNvPicPr>
          <p:nvPr/>
        </p:nvPicPr>
        <p:blipFill>
          <a:blip r:embed="rId3"/>
          <a:stretch>
            <a:fillRect/>
          </a:stretch>
        </p:blipFill>
        <p:spPr>
          <a:xfrm>
            <a:off x="11266715" y="0"/>
            <a:ext cx="919240" cy="943429"/>
          </a:xfrm>
          <a:prstGeom prst="ellipse">
            <a:avLst/>
          </a:prstGeom>
        </p:spPr>
      </p:pic>
      <p:sp>
        <p:nvSpPr>
          <p:cNvPr id="4" name="Content Placeholder 2">
            <a:extLst>
              <a:ext uri="{FF2B5EF4-FFF2-40B4-BE49-F238E27FC236}">
                <a16:creationId xmlns:a16="http://schemas.microsoft.com/office/drawing/2014/main" id="{9F9070F6-D8FE-4348-E803-4982EA120470}"/>
              </a:ext>
            </a:extLst>
          </p:cNvPr>
          <p:cNvSpPr>
            <a:spLocks noGrp="1"/>
          </p:cNvSpPr>
          <p:nvPr>
            <p:ph idx="1"/>
          </p:nvPr>
        </p:nvSpPr>
        <p:spPr>
          <a:xfrm>
            <a:off x="185058" y="1715878"/>
            <a:ext cx="11151491" cy="4364323"/>
          </a:xfrm>
        </p:spPr>
        <p:txBody>
          <a:bodyPr vert="horz" lIns="91440" tIns="45720" rIns="91440" bIns="45720" rtlCol="0" anchor="t">
            <a:normAutofit/>
          </a:bodyPr>
          <a:lstStyle/>
          <a:p>
            <a:pPr marL="0" indent="0" algn="just">
              <a:buNone/>
            </a:pPr>
            <a:r>
              <a:rPr lang="en-US" sz="1800" dirty="0">
                <a:solidFill>
                  <a:schemeClr val="bg1"/>
                </a:solidFill>
              </a:rPr>
              <a:t>Preprocessor directive for Open Multi Programming (Open MP)</a:t>
            </a:r>
          </a:p>
          <a:p>
            <a:pPr marL="0" indent="0" algn="just">
              <a:buNone/>
            </a:pPr>
            <a:r>
              <a:rPr lang="en-US" sz="1800" dirty="0">
                <a:solidFill>
                  <a:schemeClr val="bg1"/>
                </a:solidFill>
              </a:rPr>
              <a:t>This line asks the compiler to execute the loop in parallel.</a:t>
            </a:r>
          </a:p>
          <a:p>
            <a:pPr marL="0" indent="0" algn="just">
              <a:buNone/>
            </a:pPr>
            <a:endParaRPr lang="en-US" sz="1800" dirty="0">
              <a:solidFill>
                <a:schemeClr val="bg1"/>
              </a:solidFill>
            </a:endParaRPr>
          </a:p>
          <a:p>
            <a:pPr marL="0" indent="0" algn="just">
              <a:buNone/>
            </a:pPr>
            <a:endParaRPr lang="en-US" sz="1800" dirty="0">
              <a:solidFill>
                <a:schemeClr val="bg1"/>
              </a:solidFill>
            </a:endParaRPr>
          </a:p>
          <a:p>
            <a:pPr marL="0" indent="0" algn="just">
              <a:buNone/>
            </a:pPr>
            <a:endParaRPr lang="en-US" sz="1800" dirty="0">
              <a:solidFill>
                <a:schemeClr val="bg1"/>
              </a:solidFill>
            </a:endParaRPr>
          </a:p>
          <a:p>
            <a:pPr marL="0" indent="0" algn="just">
              <a:buNone/>
            </a:pPr>
            <a:endParaRPr lang="en-US" sz="1800" dirty="0">
              <a:solidFill>
                <a:schemeClr val="bg1"/>
              </a:solidFill>
            </a:endParaRPr>
          </a:p>
          <a:p>
            <a:pPr marL="0" indent="0" algn="just">
              <a:buNone/>
            </a:pPr>
            <a:endParaRPr lang="en-US" sz="1800" dirty="0">
              <a:solidFill>
                <a:schemeClr val="bg1"/>
              </a:solidFill>
            </a:endParaRPr>
          </a:p>
          <a:p>
            <a:pPr marL="0" indent="0" algn="just">
              <a:buNone/>
            </a:pPr>
            <a:endParaRPr lang="en-US" sz="1800" dirty="0">
              <a:solidFill>
                <a:schemeClr val="bg1"/>
              </a:solidFill>
            </a:endParaRPr>
          </a:p>
          <a:p>
            <a:pPr marL="0" indent="0" algn="just">
              <a:buNone/>
            </a:pPr>
            <a:r>
              <a:rPr lang="en-US" sz="1800" dirty="0">
                <a:solidFill>
                  <a:schemeClr val="bg1"/>
                </a:solidFill>
              </a:rPr>
              <a:t>If 4 cores in </a:t>
            </a:r>
            <a:r>
              <a:rPr lang="en-US" sz="1800" dirty="0" err="1">
                <a:solidFill>
                  <a:schemeClr val="bg1"/>
                </a:solidFill>
              </a:rPr>
              <a:t>cpu</a:t>
            </a:r>
            <a:r>
              <a:rPr lang="en-US" sz="1800" dirty="0">
                <a:solidFill>
                  <a:schemeClr val="bg1"/>
                </a:solidFill>
              </a:rPr>
              <a:t>, loop 4x faster</a:t>
            </a:r>
          </a:p>
          <a:p>
            <a:pPr marL="0" indent="0" algn="just">
              <a:buNone/>
            </a:pPr>
            <a:r>
              <a:rPr lang="en-US" sz="1800" dirty="0">
                <a:solidFill>
                  <a:schemeClr val="bg1"/>
                </a:solidFill>
              </a:rPr>
              <a:t>For 8 cores, loop 8x faster</a:t>
            </a:r>
          </a:p>
        </p:txBody>
      </p:sp>
      <p:pic>
        <p:nvPicPr>
          <p:cNvPr id="3" name="Picture 2">
            <a:extLst>
              <a:ext uri="{FF2B5EF4-FFF2-40B4-BE49-F238E27FC236}">
                <a16:creationId xmlns:a16="http://schemas.microsoft.com/office/drawing/2014/main" id="{132D1B7D-8E70-04D2-9D36-7424BCE061EA}"/>
              </a:ext>
            </a:extLst>
          </p:cNvPr>
          <p:cNvPicPr>
            <a:picLocks noChangeAspect="1"/>
          </p:cNvPicPr>
          <p:nvPr/>
        </p:nvPicPr>
        <p:blipFill>
          <a:blip r:embed="rId4"/>
          <a:srcRect l="67" r="2750" b="617"/>
          <a:stretch>
            <a:fillRect/>
          </a:stretch>
        </p:blipFill>
        <p:spPr>
          <a:xfrm>
            <a:off x="535646" y="2754818"/>
            <a:ext cx="3251844" cy="1340043"/>
          </a:xfrm>
          <a:prstGeom prst="rect">
            <a:avLst/>
          </a:prstGeom>
        </p:spPr>
      </p:pic>
      <p:sp>
        <p:nvSpPr>
          <p:cNvPr id="9" name="Title 1">
            <a:extLst>
              <a:ext uri="{FF2B5EF4-FFF2-40B4-BE49-F238E27FC236}">
                <a16:creationId xmlns:a16="http://schemas.microsoft.com/office/drawing/2014/main" id="{75440070-951F-9282-D5F6-1B36AB9F5507}"/>
              </a:ext>
            </a:extLst>
          </p:cNvPr>
          <p:cNvSpPr txBox="1">
            <a:spLocks/>
          </p:cNvSpPr>
          <p:nvPr/>
        </p:nvSpPr>
        <p:spPr>
          <a:xfrm>
            <a:off x="186732" y="4093062"/>
            <a:ext cx="3389644" cy="7394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b="1" dirty="0">
                <a:solidFill>
                  <a:srgbClr val="FFFFFF"/>
                </a:solidFill>
              </a:rPr>
              <a:t>Without OpenMP</a:t>
            </a:r>
          </a:p>
        </p:txBody>
      </p:sp>
      <p:pic>
        <p:nvPicPr>
          <p:cNvPr id="10" name="Picture 9">
            <a:extLst>
              <a:ext uri="{FF2B5EF4-FFF2-40B4-BE49-F238E27FC236}">
                <a16:creationId xmlns:a16="http://schemas.microsoft.com/office/drawing/2014/main" id="{D880C467-C9C0-D4A0-81A0-0E852D951DDE}"/>
              </a:ext>
            </a:extLst>
          </p:cNvPr>
          <p:cNvPicPr>
            <a:picLocks noChangeAspect="1"/>
          </p:cNvPicPr>
          <p:nvPr/>
        </p:nvPicPr>
        <p:blipFill>
          <a:blip r:embed="rId5"/>
          <a:srcRect l="1252" r="155" b="9150"/>
          <a:stretch>
            <a:fillRect/>
          </a:stretch>
        </p:blipFill>
        <p:spPr>
          <a:xfrm>
            <a:off x="6899951" y="3134824"/>
            <a:ext cx="3395592" cy="1165932"/>
          </a:xfrm>
          <a:prstGeom prst="rect">
            <a:avLst/>
          </a:prstGeom>
        </p:spPr>
      </p:pic>
      <p:sp>
        <p:nvSpPr>
          <p:cNvPr id="11" name="Title 1">
            <a:extLst>
              <a:ext uri="{FF2B5EF4-FFF2-40B4-BE49-F238E27FC236}">
                <a16:creationId xmlns:a16="http://schemas.microsoft.com/office/drawing/2014/main" id="{8128D184-7A07-4998-9C8F-C479C3FE9880}"/>
              </a:ext>
            </a:extLst>
          </p:cNvPr>
          <p:cNvSpPr txBox="1">
            <a:spLocks/>
          </p:cNvSpPr>
          <p:nvPr/>
        </p:nvSpPr>
        <p:spPr>
          <a:xfrm>
            <a:off x="6743281" y="4093061"/>
            <a:ext cx="3389644" cy="7394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b="1" dirty="0">
                <a:solidFill>
                  <a:srgbClr val="FFFFFF"/>
                </a:solidFill>
              </a:rPr>
              <a:t>With OpenMP</a:t>
            </a:r>
          </a:p>
        </p:txBody>
      </p:sp>
    </p:spTree>
    <p:extLst>
      <p:ext uri="{BB962C8B-B14F-4D97-AF65-F5344CB8AC3E}">
        <p14:creationId xmlns:p14="http://schemas.microsoft.com/office/powerpoint/2010/main" val="4267359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DAAEB"/>
        </a:solidFill>
        <a:effectLst/>
      </p:bgPr>
    </p:bg>
    <p:spTree>
      <p:nvGrpSpPr>
        <p:cNvPr id="1" name="">
          <a:extLst>
            <a:ext uri="{FF2B5EF4-FFF2-40B4-BE49-F238E27FC236}">
              <a16:creationId xmlns:a16="http://schemas.microsoft.com/office/drawing/2014/main" id="{036C91BC-2DD1-94A5-3869-17FE5E83B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955F93-F0C2-942F-44C3-43F2D0D51DDB}"/>
              </a:ext>
            </a:extLst>
          </p:cNvPr>
          <p:cNvSpPr>
            <a:spLocks noGrp="1"/>
          </p:cNvSpPr>
          <p:nvPr>
            <p:ph type="title"/>
          </p:nvPr>
        </p:nvSpPr>
        <p:spPr/>
        <p:txBody>
          <a:bodyPr/>
          <a:lstStyle/>
          <a:p>
            <a:pPr algn="ctr"/>
            <a:r>
              <a:rPr lang="en-US" b="1" dirty="0">
                <a:solidFill>
                  <a:srgbClr val="FFFFFF"/>
                </a:solidFill>
                <a:ea typeface="+mj-lt"/>
                <a:cs typeface="+mj-lt"/>
              </a:rPr>
              <a:t>CUDA Contribution</a:t>
            </a:r>
            <a:endParaRPr lang="en-US" dirty="0"/>
          </a:p>
        </p:txBody>
      </p:sp>
      <p:pic>
        <p:nvPicPr>
          <p:cNvPr id="5" name="Picture 4" descr="A logo on a black background&#10;&#10;AI-generated content may be incorrect.">
            <a:extLst>
              <a:ext uri="{FF2B5EF4-FFF2-40B4-BE49-F238E27FC236}">
                <a16:creationId xmlns:a16="http://schemas.microsoft.com/office/drawing/2014/main" id="{12EA9114-AB20-988A-65A3-B7C976E0F99C}"/>
              </a:ext>
            </a:extLst>
          </p:cNvPr>
          <p:cNvPicPr>
            <a:picLocks noChangeAspect="1"/>
          </p:cNvPicPr>
          <p:nvPr/>
        </p:nvPicPr>
        <p:blipFill>
          <a:blip r:embed="rId2"/>
          <a:stretch>
            <a:fillRect/>
          </a:stretch>
        </p:blipFill>
        <p:spPr>
          <a:xfrm>
            <a:off x="4482" y="-841"/>
            <a:ext cx="1066800" cy="942975"/>
          </a:xfrm>
          <a:prstGeom prst="rect">
            <a:avLst/>
          </a:prstGeom>
        </p:spPr>
      </p:pic>
      <p:pic>
        <p:nvPicPr>
          <p:cNvPr id="7" name="Picture 6">
            <a:extLst>
              <a:ext uri="{FF2B5EF4-FFF2-40B4-BE49-F238E27FC236}">
                <a16:creationId xmlns:a16="http://schemas.microsoft.com/office/drawing/2014/main" id="{4C5AD623-E485-72ED-E118-78E9FE966780}"/>
              </a:ext>
            </a:extLst>
          </p:cNvPr>
          <p:cNvPicPr>
            <a:picLocks noChangeAspect="1"/>
          </p:cNvPicPr>
          <p:nvPr/>
        </p:nvPicPr>
        <p:blipFill>
          <a:blip r:embed="rId3"/>
          <a:stretch>
            <a:fillRect/>
          </a:stretch>
        </p:blipFill>
        <p:spPr>
          <a:xfrm>
            <a:off x="11266715" y="0"/>
            <a:ext cx="919240" cy="943429"/>
          </a:xfrm>
          <a:prstGeom prst="ellipse">
            <a:avLst/>
          </a:prstGeom>
        </p:spPr>
      </p:pic>
      <p:sp>
        <p:nvSpPr>
          <p:cNvPr id="4" name="Content Placeholder 2">
            <a:extLst>
              <a:ext uri="{FF2B5EF4-FFF2-40B4-BE49-F238E27FC236}">
                <a16:creationId xmlns:a16="http://schemas.microsoft.com/office/drawing/2014/main" id="{CD67EAB7-B499-453E-588E-4D3BF9D86EB6}"/>
              </a:ext>
            </a:extLst>
          </p:cNvPr>
          <p:cNvSpPr>
            <a:spLocks noGrp="1"/>
          </p:cNvSpPr>
          <p:nvPr>
            <p:ph idx="1"/>
          </p:nvPr>
        </p:nvSpPr>
        <p:spPr>
          <a:xfrm>
            <a:off x="185058" y="1715878"/>
            <a:ext cx="11151491" cy="4364323"/>
          </a:xfrm>
        </p:spPr>
        <p:txBody>
          <a:bodyPr vert="horz" lIns="91440" tIns="45720" rIns="91440" bIns="45720" rtlCol="0" anchor="t">
            <a:normAutofit/>
          </a:bodyPr>
          <a:lstStyle/>
          <a:p>
            <a:pPr marL="285750" indent="-285750" algn="just"/>
            <a:r>
              <a:rPr lang="en-US" sz="1800" b="1">
                <a:solidFill>
                  <a:schemeClr val="bg1"/>
                </a:solidFill>
                <a:ea typeface="+mn-lt"/>
                <a:cs typeface="+mn-lt"/>
              </a:rPr>
              <a:t>Compute Unified Device Architecture</a:t>
            </a:r>
            <a:endParaRPr lang="en-US" sz="1800" b="1" dirty="0">
              <a:solidFill>
                <a:schemeClr val="bg1"/>
              </a:solidFill>
            </a:endParaRPr>
          </a:p>
          <a:p>
            <a:pPr marL="285750" indent="-285750" algn="just"/>
            <a:r>
              <a:rPr lang="en-US" sz="1800" dirty="0">
                <a:solidFill>
                  <a:schemeClr val="bg1"/>
                </a:solidFill>
              </a:rPr>
              <a:t>When we write our programs to run on GPU, we write then in</a:t>
            </a:r>
            <a:r>
              <a:rPr lang="en-US" sz="1800" b="1" dirty="0">
                <a:solidFill>
                  <a:schemeClr val="bg1"/>
                </a:solidFill>
              </a:rPr>
              <a:t> </a:t>
            </a:r>
            <a:r>
              <a:rPr lang="en-US" sz="1800" b="1" dirty="0">
                <a:solidFill>
                  <a:srgbClr val="FFFF00"/>
                </a:solidFill>
                <a:ea typeface="+mn-lt"/>
                <a:cs typeface="+mn-lt"/>
              </a:rPr>
              <a:t>__global__ void kernel(...) { ... }</a:t>
            </a:r>
            <a:r>
              <a:rPr lang="en-US" sz="1800" b="1" dirty="0">
                <a:solidFill>
                  <a:schemeClr val="bg1"/>
                </a:solidFill>
                <a:ea typeface="+mn-lt"/>
                <a:cs typeface="+mn-lt"/>
              </a:rPr>
              <a:t> </a:t>
            </a:r>
            <a:r>
              <a:rPr lang="en-US" sz="1800" dirty="0">
                <a:solidFill>
                  <a:schemeClr val="bg1"/>
                </a:solidFill>
                <a:ea typeface="+mn-lt"/>
                <a:cs typeface="+mn-lt"/>
              </a:rPr>
              <a:t>form.</a:t>
            </a:r>
          </a:p>
          <a:p>
            <a:pPr marL="285750" indent="-285750" algn="just"/>
            <a:r>
              <a:rPr lang="en-US" sz="1800" dirty="0">
                <a:solidFill>
                  <a:schemeClr val="bg1"/>
                </a:solidFill>
              </a:rPr>
              <a:t>This function definition allows the function to run on GPU</a:t>
            </a:r>
          </a:p>
          <a:p>
            <a:pPr marL="285750" indent="-285750" algn="just"/>
            <a:r>
              <a:rPr lang="en-US" sz="1800" dirty="0">
                <a:solidFill>
                  <a:schemeClr val="bg1"/>
                </a:solidFill>
              </a:rPr>
              <a:t>GPU has multiple cores, </a:t>
            </a:r>
            <a:r>
              <a:rPr lang="en-US" sz="1800" dirty="0" err="1">
                <a:solidFill>
                  <a:schemeClr val="bg1"/>
                </a:solidFill>
              </a:rPr>
              <a:t>Kernals</a:t>
            </a:r>
            <a:r>
              <a:rPr lang="en-US" sz="1800" dirty="0">
                <a:solidFill>
                  <a:schemeClr val="bg1"/>
                </a:solidFill>
              </a:rPr>
              <a:t> divide the work among different cores</a:t>
            </a:r>
          </a:p>
          <a:p>
            <a:pPr marL="285750" indent="-285750" algn="just"/>
            <a:r>
              <a:rPr lang="en-US" sz="1800" dirty="0">
                <a:solidFill>
                  <a:schemeClr val="bg1"/>
                </a:solidFill>
              </a:rPr>
              <a:t>Every core performs same function with different input data.</a:t>
            </a:r>
          </a:p>
          <a:p>
            <a:pPr marL="285750" indent="-285750" algn="just"/>
            <a:r>
              <a:rPr lang="en-US" sz="1800" dirty="0">
                <a:solidFill>
                  <a:schemeClr val="bg1"/>
                </a:solidFill>
              </a:rPr>
              <a:t>This function is called </a:t>
            </a:r>
            <a:r>
              <a:rPr lang="en-US" sz="1800" b="1" dirty="0">
                <a:solidFill>
                  <a:schemeClr val="bg1"/>
                </a:solidFill>
              </a:rPr>
              <a:t>CUDA Kernal.</a:t>
            </a:r>
          </a:p>
          <a:p>
            <a:pPr marL="285750" indent="-285750" algn="just"/>
            <a:r>
              <a:rPr lang="en-US" sz="1800" dirty="0">
                <a:solidFill>
                  <a:schemeClr val="bg1"/>
                </a:solidFill>
              </a:rPr>
              <a:t>We set a unique id for every aircraft in this function using </a:t>
            </a:r>
            <a:r>
              <a:rPr lang="en-US" sz="1800" b="1" dirty="0">
                <a:solidFill>
                  <a:srgbClr val="FFFF00"/>
                </a:solidFill>
                <a:ea typeface="+mn-lt"/>
                <a:cs typeface="+mn-lt"/>
              </a:rPr>
              <a:t>int </a:t>
            </a:r>
            <a:r>
              <a:rPr lang="en-US" sz="1800" b="1" err="1">
                <a:solidFill>
                  <a:srgbClr val="FFFF00"/>
                </a:solidFill>
                <a:ea typeface="+mn-lt"/>
                <a:cs typeface="+mn-lt"/>
              </a:rPr>
              <a:t>i</a:t>
            </a:r>
            <a:r>
              <a:rPr lang="en-US" sz="1800" b="1" dirty="0">
                <a:solidFill>
                  <a:srgbClr val="FFFF00"/>
                </a:solidFill>
                <a:ea typeface="+mn-lt"/>
                <a:cs typeface="+mn-lt"/>
              </a:rPr>
              <a:t> = </a:t>
            </a:r>
            <a:r>
              <a:rPr lang="en-US" sz="1800" b="1" err="1">
                <a:solidFill>
                  <a:srgbClr val="FFFF00"/>
                </a:solidFill>
                <a:ea typeface="+mn-lt"/>
                <a:cs typeface="+mn-lt"/>
              </a:rPr>
              <a:t>blockIdx.x</a:t>
            </a:r>
            <a:r>
              <a:rPr lang="en-US" sz="1800" b="1" dirty="0">
                <a:solidFill>
                  <a:srgbClr val="FFFF00"/>
                </a:solidFill>
                <a:ea typeface="+mn-lt"/>
                <a:cs typeface="+mn-lt"/>
              </a:rPr>
              <a:t> * </a:t>
            </a:r>
            <a:r>
              <a:rPr lang="en-US" sz="1800" b="1" err="1">
                <a:solidFill>
                  <a:srgbClr val="FFFF00"/>
                </a:solidFill>
                <a:ea typeface="+mn-lt"/>
                <a:cs typeface="+mn-lt"/>
              </a:rPr>
              <a:t>blockDim.x</a:t>
            </a:r>
            <a:r>
              <a:rPr lang="en-US" sz="1800" b="1" dirty="0">
                <a:solidFill>
                  <a:srgbClr val="FFFF00"/>
                </a:solidFill>
                <a:ea typeface="+mn-lt"/>
                <a:cs typeface="+mn-lt"/>
              </a:rPr>
              <a:t> + </a:t>
            </a:r>
            <a:r>
              <a:rPr lang="en-US" sz="1800" b="1" err="1">
                <a:solidFill>
                  <a:srgbClr val="FFFF00"/>
                </a:solidFill>
                <a:ea typeface="+mn-lt"/>
                <a:cs typeface="+mn-lt"/>
              </a:rPr>
              <a:t>threadIdx.x</a:t>
            </a:r>
            <a:r>
              <a:rPr lang="en-US" sz="1800" b="1" dirty="0">
                <a:solidFill>
                  <a:srgbClr val="FFFF00"/>
                </a:solidFill>
                <a:ea typeface="+mn-lt"/>
                <a:cs typeface="+mn-lt"/>
              </a:rPr>
              <a:t>;</a:t>
            </a:r>
          </a:p>
          <a:p>
            <a:pPr marL="285750" indent="-285750" algn="just"/>
            <a:r>
              <a:rPr lang="en-US" sz="1800" dirty="0">
                <a:solidFill>
                  <a:schemeClr val="bg1"/>
                </a:solidFill>
              </a:rPr>
              <a:t>The ID helps GPU threads know </a:t>
            </a:r>
            <a:r>
              <a:rPr lang="en-US" sz="1800" dirty="0">
                <a:solidFill>
                  <a:schemeClr val="bg1"/>
                </a:solidFill>
                <a:ea typeface="+mn-lt"/>
                <a:cs typeface="+mn-lt"/>
              </a:rPr>
              <a:t>which aircraft it should update and which index in array it handles.</a:t>
            </a:r>
          </a:p>
          <a:p>
            <a:pPr marL="0" indent="0" algn="just">
              <a:buNone/>
            </a:pPr>
            <a:endParaRPr lang="en-US" sz="1800" dirty="0">
              <a:solidFill>
                <a:schemeClr val="bg1"/>
              </a:solidFill>
            </a:endParaRPr>
          </a:p>
        </p:txBody>
      </p:sp>
    </p:spTree>
    <p:extLst>
      <p:ext uri="{BB962C8B-B14F-4D97-AF65-F5344CB8AC3E}">
        <p14:creationId xmlns:p14="http://schemas.microsoft.com/office/powerpoint/2010/main" val="2667146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DAAEB"/>
        </a:solidFill>
        <a:effectLst/>
      </p:bgPr>
    </p:bg>
    <p:spTree>
      <p:nvGrpSpPr>
        <p:cNvPr id="1" name="">
          <a:extLst>
            <a:ext uri="{FF2B5EF4-FFF2-40B4-BE49-F238E27FC236}">
              <a16:creationId xmlns:a16="http://schemas.microsoft.com/office/drawing/2014/main" id="{B5851ACB-3FB6-AC93-B080-D5B101A70B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D168EF-F5C0-643D-A486-1E220532773F}"/>
              </a:ext>
            </a:extLst>
          </p:cNvPr>
          <p:cNvSpPr>
            <a:spLocks noGrp="1"/>
          </p:cNvSpPr>
          <p:nvPr>
            <p:ph type="title"/>
          </p:nvPr>
        </p:nvSpPr>
        <p:spPr/>
        <p:txBody>
          <a:bodyPr/>
          <a:lstStyle/>
          <a:p>
            <a:pPr algn="ctr"/>
            <a:r>
              <a:rPr lang="en-US" b="1" dirty="0">
                <a:solidFill>
                  <a:srgbClr val="FFFFFF"/>
                </a:solidFill>
                <a:ea typeface="+mj-lt"/>
                <a:cs typeface="+mj-lt"/>
              </a:rPr>
              <a:t>Results</a:t>
            </a:r>
          </a:p>
        </p:txBody>
      </p:sp>
      <p:pic>
        <p:nvPicPr>
          <p:cNvPr id="4" name="Content Placeholder 3">
            <a:extLst>
              <a:ext uri="{FF2B5EF4-FFF2-40B4-BE49-F238E27FC236}">
                <a16:creationId xmlns:a16="http://schemas.microsoft.com/office/drawing/2014/main" id="{80FEA471-6820-0997-DDFD-2F6E06189993}"/>
              </a:ext>
            </a:extLst>
          </p:cNvPr>
          <p:cNvPicPr>
            <a:picLocks noGrp="1" noChangeAspect="1"/>
          </p:cNvPicPr>
          <p:nvPr>
            <p:ph idx="1"/>
          </p:nvPr>
        </p:nvPicPr>
        <p:blipFill>
          <a:blip r:embed="rId2"/>
          <a:stretch>
            <a:fillRect/>
          </a:stretch>
        </p:blipFill>
        <p:spPr>
          <a:xfrm>
            <a:off x="542946" y="1931799"/>
            <a:ext cx="5010108" cy="4114800"/>
          </a:xfrm>
          <a:prstGeom prst="rect">
            <a:avLst/>
          </a:prstGeom>
        </p:spPr>
      </p:pic>
      <p:pic>
        <p:nvPicPr>
          <p:cNvPr id="5" name="Picture 4" descr="A logo on a black background&#10;&#10;AI-generated content may be incorrect.">
            <a:extLst>
              <a:ext uri="{FF2B5EF4-FFF2-40B4-BE49-F238E27FC236}">
                <a16:creationId xmlns:a16="http://schemas.microsoft.com/office/drawing/2014/main" id="{016A95EC-B1C0-D780-8F40-6EC5DF1E5692}"/>
              </a:ext>
            </a:extLst>
          </p:cNvPr>
          <p:cNvPicPr>
            <a:picLocks noChangeAspect="1"/>
          </p:cNvPicPr>
          <p:nvPr/>
        </p:nvPicPr>
        <p:blipFill>
          <a:blip r:embed="rId3"/>
          <a:stretch>
            <a:fillRect/>
          </a:stretch>
        </p:blipFill>
        <p:spPr>
          <a:xfrm>
            <a:off x="4482" y="-841"/>
            <a:ext cx="1066800" cy="942975"/>
          </a:xfrm>
          <a:prstGeom prst="rect">
            <a:avLst/>
          </a:prstGeom>
        </p:spPr>
      </p:pic>
      <p:pic>
        <p:nvPicPr>
          <p:cNvPr id="7" name="Picture 6">
            <a:extLst>
              <a:ext uri="{FF2B5EF4-FFF2-40B4-BE49-F238E27FC236}">
                <a16:creationId xmlns:a16="http://schemas.microsoft.com/office/drawing/2014/main" id="{D79244EA-F15B-388D-C942-F01450F1B3A2}"/>
              </a:ext>
            </a:extLst>
          </p:cNvPr>
          <p:cNvPicPr>
            <a:picLocks noChangeAspect="1"/>
          </p:cNvPicPr>
          <p:nvPr/>
        </p:nvPicPr>
        <p:blipFill>
          <a:blip r:embed="rId4"/>
          <a:stretch>
            <a:fillRect/>
          </a:stretch>
        </p:blipFill>
        <p:spPr>
          <a:xfrm>
            <a:off x="11266715" y="0"/>
            <a:ext cx="919240" cy="943429"/>
          </a:xfrm>
          <a:prstGeom prst="ellipse">
            <a:avLst/>
          </a:prstGeom>
        </p:spPr>
      </p:pic>
      <p:pic>
        <p:nvPicPr>
          <p:cNvPr id="6" name="Picture 5">
            <a:extLst>
              <a:ext uri="{FF2B5EF4-FFF2-40B4-BE49-F238E27FC236}">
                <a16:creationId xmlns:a16="http://schemas.microsoft.com/office/drawing/2014/main" id="{651DD5A6-8F22-72E2-7994-C1EAB3A0F797}"/>
              </a:ext>
            </a:extLst>
          </p:cNvPr>
          <p:cNvPicPr>
            <a:picLocks noChangeAspect="1"/>
          </p:cNvPicPr>
          <p:nvPr/>
        </p:nvPicPr>
        <p:blipFill>
          <a:blip r:embed="rId5"/>
          <a:stretch>
            <a:fillRect/>
          </a:stretch>
        </p:blipFill>
        <p:spPr>
          <a:xfrm>
            <a:off x="5916613" y="1818444"/>
            <a:ext cx="5438775" cy="4333875"/>
          </a:xfrm>
          <a:prstGeom prst="rect">
            <a:avLst/>
          </a:prstGeom>
        </p:spPr>
      </p:pic>
    </p:spTree>
    <p:extLst>
      <p:ext uri="{BB962C8B-B14F-4D97-AF65-F5344CB8AC3E}">
        <p14:creationId xmlns:p14="http://schemas.microsoft.com/office/powerpoint/2010/main" val="4042715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DAAEB"/>
        </a:solidFill>
        <a:effectLst/>
      </p:bgPr>
    </p:bg>
    <p:spTree>
      <p:nvGrpSpPr>
        <p:cNvPr id="1" name="">
          <a:extLst>
            <a:ext uri="{FF2B5EF4-FFF2-40B4-BE49-F238E27FC236}">
              <a16:creationId xmlns:a16="http://schemas.microsoft.com/office/drawing/2014/main" id="{2C2B0499-702F-7342-A868-85F80329A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98D6AD-9F5E-C39A-2AA7-EF5FE0BA0BE4}"/>
              </a:ext>
            </a:extLst>
          </p:cNvPr>
          <p:cNvSpPr>
            <a:spLocks noGrp="1"/>
          </p:cNvSpPr>
          <p:nvPr>
            <p:ph type="title"/>
          </p:nvPr>
        </p:nvSpPr>
        <p:spPr/>
        <p:txBody>
          <a:bodyPr/>
          <a:lstStyle/>
          <a:p>
            <a:pPr algn="ctr"/>
            <a:r>
              <a:rPr lang="en-US" b="1" dirty="0">
                <a:solidFill>
                  <a:srgbClr val="FFFFFF"/>
                </a:solidFill>
                <a:ea typeface="+mj-lt"/>
                <a:cs typeface="+mj-lt"/>
              </a:rPr>
              <a:t>Results</a:t>
            </a:r>
          </a:p>
        </p:txBody>
      </p:sp>
      <p:pic>
        <p:nvPicPr>
          <p:cNvPr id="5" name="Picture 4" descr="A logo on a black background&#10;&#10;AI-generated content may be incorrect.">
            <a:extLst>
              <a:ext uri="{FF2B5EF4-FFF2-40B4-BE49-F238E27FC236}">
                <a16:creationId xmlns:a16="http://schemas.microsoft.com/office/drawing/2014/main" id="{0556276A-775C-B0FA-5BF1-D2746F9FDD00}"/>
              </a:ext>
            </a:extLst>
          </p:cNvPr>
          <p:cNvPicPr>
            <a:picLocks noChangeAspect="1"/>
          </p:cNvPicPr>
          <p:nvPr/>
        </p:nvPicPr>
        <p:blipFill>
          <a:blip r:embed="rId2"/>
          <a:stretch>
            <a:fillRect/>
          </a:stretch>
        </p:blipFill>
        <p:spPr>
          <a:xfrm>
            <a:off x="4482" y="-841"/>
            <a:ext cx="1066800" cy="942975"/>
          </a:xfrm>
          <a:prstGeom prst="rect">
            <a:avLst/>
          </a:prstGeom>
        </p:spPr>
      </p:pic>
      <p:pic>
        <p:nvPicPr>
          <p:cNvPr id="7" name="Picture 6">
            <a:extLst>
              <a:ext uri="{FF2B5EF4-FFF2-40B4-BE49-F238E27FC236}">
                <a16:creationId xmlns:a16="http://schemas.microsoft.com/office/drawing/2014/main" id="{A536C442-3CCE-3003-0EA1-4B26D39229E5}"/>
              </a:ext>
            </a:extLst>
          </p:cNvPr>
          <p:cNvPicPr>
            <a:picLocks noChangeAspect="1"/>
          </p:cNvPicPr>
          <p:nvPr/>
        </p:nvPicPr>
        <p:blipFill>
          <a:blip r:embed="rId3"/>
          <a:stretch>
            <a:fillRect/>
          </a:stretch>
        </p:blipFill>
        <p:spPr>
          <a:xfrm>
            <a:off x="11266715" y="0"/>
            <a:ext cx="919240" cy="943429"/>
          </a:xfrm>
          <a:prstGeom prst="ellipse">
            <a:avLst/>
          </a:prstGeom>
        </p:spPr>
      </p:pic>
      <p:pic>
        <p:nvPicPr>
          <p:cNvPr id="9" name="Picture 8">
            <a:extLst>
              <a:ext uri="{FF2B5EF4-FFF2-40B4-BE49-F238E27FC236}">
                <a16:creationId xmlns:a16="http://schemas.microsoft.com/office/drawing/2014/main" id="{DEC20B48-36D8-A7D0-8731-AB1D5E9DE9B3}"/>
              </a:ext>
            </a:extLst>
          </p:cNvPr>
          <p:cNvPicPr>
            <a:picLocks noChangeAspect="1"/>
          </p:cNvPicPr>
          <p:nvPr/>
        </p:nvPicPr>
        <p:blipFill>
          <a:blip r:embed="rId4"/>
          <a:stretch>
            <a:fillRect/>
          </a:stretch>
        </p:blipFill>
        <p:spPr>
          <a:xfrm>
            <a:off x="2428875" y="2600325"/>
            <a:ext cx="7334250" cy="1657350"/>
          </a:xfrm>
          <a:prstGeom prst="rect">
            <a:avLst/>
          </a:prstGeom>
        </p:spPr>
      </p:pic>
      <p:sp>
        <p:nvSpPr>
          <p:cNvPr id="10" name="Rectangle 9">
            <a:extLst>
              <a:ext uri="{FF2B5EF4-FFF2-40B4-BE49-F238E27FC236}">
                <a16:creationId xmlns:a16="http://schemas.microsoft.com/office/drawing/2014/main" id="{CA45EADF-123B-A7A9-B1C8-8E3D57DC5009}"/>
              </a:ext>
            </a:extLst>
          </p:cNvPr>
          <p:cNvSpPr/>
          <p:nvPr/>
        </p:nvSpPr>
        <p:spPr>
          <a:xfrm>
            <a:off x="2891492" y="3950939"/>
            <a:ext cx="816568" cy="3035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95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DAAEB"/>
        </a:solidFill>
        <a:effectLst/>
      </p:bgPr>
    </p:bg>
    <p:spTree>
      <p:nvGrpSpPr>
        <p:cNvPr id="1" name="">
          <a:extLst>
            <a:ext uri="{FF2B5EF4-FFF2-40B4-BE49-F238E27FC236}">
              <a16:creationId xmlns:a16="http://schemas.microsoft.com/office/drawing/2014/main" id="{73F14A23-24C3-5C5B-BC72-34000535D2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8D0522-C4EE-B631-7708-6E79E92ABB03}"/>
              </a:ext>
            </a:extLst>
          </p:cNvPr>
          <p:cNvSpPr>
            <a:spLocks noGrp="1"/>
          </p:cNvSpPr>
          <p:nvPr>
            <p:ph type="title"/>
          </p:nvPr>
        </p:nvSpPr>
        <p:spPr>
          <a:xfrm>
            <a:off x="741438" y="1187601"/>
            <a:ext cx="10515600" cy="1325563"/>
          </a:xfrm>
        </p:spPr>
        <p:txBody>
          <a:bodyPr/>
          <a:lstStyle/>
          <a:p>
            <a:pPr algn="ctr"/>
            <a:r>
              <a:rPr lang="en-US" b="1" dirty="0">
                <a:solidFill>
                  <a:srgbClr val="FFFFFF"/>
                </a:solidFill>
                <a:ea typeface="+mj-lt"/>
                <a:cs typeface="+mj-lt"/>
              </a:rPr>
              <a:t>Thank You</a:t>
            </a:r>
            <a:endParaRPr lang="en-US" dirty="0"/>
          </a:p>
        </p:txBody>
      </p:sp>
      <p:pic>
        <p:nvPicPr>
          <p:cNvPr id="5" name="Picture 4" descr="A logo on a black background&#10;&#10;AI-generated content may be incorrect.">
            <a:extLst>
              <a:ext uri="{FF2B5EF4-FFF2-40B4-BE49-F238E27FC236}">
                <a16:creationId xmlns:a16="http://schemas.microsoft.com/office/drawing/2014/main" id="{A5AE84B8-3AA4-10B5-1C01-4DE747675359}"/>
              </a:ext>
            </a:extLst>
          </p:cNvPr>
          <p:cNvPicPr>
            <a:picLocks noChangeAspect="1"/>
          </p:cNvPicPr>
          <p:nvPr/>
        </p:nvPicPr>
        <p:blipFill>
          <a:blip r:embed="rId2"/>
          <a:stretch>
            <a:fillRect/>
          </a:stretch>
        </p:blipFill>
        <p:spPr>
          <a:xfrm>
            <a:off x="4482" y="-841"/>
            <a:ext cx="1066800" cy="942975"/>
          </a:xfrm>
          <a:prstGeom prst="rect">
            <a:avLst/>
          </a:prstGeom>
        </p:spPr>
      </p:pic>
      <p:pic>
        <p:nvPicPr>
          <p:cNvPr id="7" name="Picture 6">
            <a:extLst>
              <a:ext uri="{FF2B5EF4-FFF2-40B4-BE49-F238E27FC236}">
                <a16:creationId xmlns:a16="http://schemas.microsoft.com/office/drawing/2014/main" id="{FB4BC4B3-18E4-41DB-AA5A-D99A9B8E04A8}"/>
              </a:ext>
            </a:extLst>
          </p:cNvPr>
          <p:cNvPicPr>
            <a:picLocks noChangeAspect="1"/>
          </p:cNvPicPr>
          <p:nvPr/>
        </p:nvPicPr>
        <p:blipFill>
          <a:blip r:embed="rId3"/>
          <a:stretch>
            <a:fillRect/>
          </a:stretch>
        </p:blipFill>
        <p:spPr>
          <a:xfrm>
            <a:off x="11266715" y="0"/>
            <a:ext cx="919240" cy="943429"/>
          </a:xfrm>
          <a:prstGeom prst="ellipse">
            <a:avLst/>
          </a:prstGeom>
        </p:spPr>
      </p:pic>
    </p:spTree>
    <p:extLst>
      <p:ext uri="{BB962C8B-B14F-4D97-AF65-F5344CB8AC3E}">
        <p14:creationId xmlns:p14="http://schemas.microsoft.com/office/powerpoint/2010/main" val="3255171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618</Words>
  <Application>Microsoft Office PowerPoint</Application>
  <PresentationFormat>Widescreen</PresentationFormat>
  <Paragraphs>81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Consolas</vt:lpstr>
      <vt:lpstr>Courier New</vt:lpstr>
      <vt:lpstr>office theme</vt:lpstr>
      <vt:lpstr>PowerPoint Presentation</vt:lpstr>
      <vt:lpstr>Problem Statement</vt:lpstr>
      <vt:lpstr>Objectives</vt:lpstr>
      <vt:lpstr>Methodology</vt:lpstr>
      <vt:lpstr>Step By Step Guide</vt:lpstr>
      <vt:lpstr>Step By Step Guide</vt:lpstr>
      <vt:lpstr>#pragma omp parallel for</vt:lpstr>
      <vt:lpstr>CUDA Contribution</vt:lpstr>
      <vt:lpstr>Results</vt:lpstr>
      <vt:lpstr>Results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ST 5</cp:lastModifiedBy>
  <cp:revision>1117</cp:revision>
  <dcterms:created xsi:type="dcterms:W3CDTF">2025-11-21T05:34:08Z</dcterms:created>
  <dcterms:modified xsi:type="dcterms:W3CDTF">2025-12-06T04:44:07Z</dcterms:modified>
</cp:coreProperties>
</file>